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C93D72-9770-4618-A43C-86B750A13C61}" v="34" dt="2025-11-02T19:23:36.19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14" y="2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25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25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23C1D4-85BF-47C7-9FAA-8340D338A101}" type="doc">
      <dgm:prSet loTypeId="urn:microsoft.com/office/officeart/2005/8/layout/matrix3" loCatId="matrix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FE70CE5-DCD2-4FE7-B41F-246A51834C1D}">
      <dgm:prSet/>
      <dgm:spPr/>
      <dgm:t>
        <a:bodyPr/>
        <a:lstStyle/>
        <a:p>
          <a:r>
            <a:rPr lang="pt-BR" b="0" i="0" noProof="0" dirty="0"/>
            <a:t>Problema: Processamento manual é lento, propenso a erros e custoso</a:t>
          </a:r>
          <a:endParaRPr lang="pt-BR" noProof="0" dirty="0"/>
        </a:p>
      </dgm:t>
    </dgm:pt>
    <dgm:pt modelId="{7C62E59E-EA9D-497F-8F17-1C90D31157D2}" type="parTrans" cxnId="{50017D64-850E-4EF1-912B-9501639C70B7}">
      <dgm:prSet/>
      <dgm:spPr/>
      <dgm:t>
        <a:bodyPr/>
        <a:lstStyle/>
        <a:p>
          <a:endParaRPr lang="en-US"/>
        </a:p>
      </dgm:t>
    </dgm:pt>
    <dgm:pt modelId="{3CEFD4B1-2B3E-42A8-9CA4-0FB8E3597943}" type="sibTrans" cxnId="{50017D64-850E-4EF1-912B-9501639C70B7}">
      <dgm:prSet/>
      <dgm:spPr/>
      <dgm:t>
        <a:bodyPr/>
        <a:lstStyle/>
        <a:p>
          <a:endParaRPr lang="en-US"/>
        </a:p>
      </dgm:t>
    </dgm:pt>
    <dgm:pt modelId="{3AB49B21-2DCC-4C3C-9897-1387F03C9C8E}">
      <dgm:prSet/>
      <dgm:spPr/>
      <dgm:t>
        <a:bodyPr/>
        <a:lstStyle/>
        <a:p>
          <a:r>
            <a:rPr lang="pt-BR" b="0" i="0" noProof="0" dirty="0"/>
            <a:t>Complexidade: Documentos brasileiros possuem estruturas variadas (NF-e, DANFE, cupons)</a:t>
          </a:r>
          <a:endParaRPr lang="pt-BR" noProof="0" dirty="0"/>
        </a:p>
      </dgm:t>
    </dgm:pt>
    <dgm:pt modelId="{C79114F6-204D-4364-AF59-7FBBD870D071}" type="parTrans" cxnId="{E822F1A9-0021-40C1-A25B-59166A6F452A}">
      <dgm:prSet/>
      <dgm:spPr/>
      <dgm:t>
        <a:bodyPr/>
        <a:lstStyle/>
        <a:p>
          <a:endParaRPr lang="en-US"/>
        </a:p>
      </dgm:t>
    </dgm:pt>
    <dgm:pt modelId="{75DF47B4-3C9B-47AD-A2C4-021BBFCAC658}" type="sibTrans" cxnId="{E822F1A9-0021-40C1-A25B-59166A6F452A}">
      <dgm:prSet/>
      <dgm:spPr/>
      <dgm:t>
        <a:bodyPr/>
        <a:lstStyle/>
        <a:p>
          <a:endParaRPr lang="en-US"/>
        </a:p>
      </dgm:t>
    </dgm:pt>
    <dgm:pt modelId="{84E76FD2-1A17-4DF9-9C0D-2B7BEEF9A353}">
      <dgm:prSet/>
      <dgm:spPr/>
      <dgm:t>
        <a:bodyPr/>
        <a:lstStyle/>
        <a:p>
          <a:r>
            <a:rPr lang="pt-BR" b="0" i="0" noProof="0" dirty="0"/>
            <a:t>Volume: Empresas lidam com centenas ou milhares de documentos mensalmente</a:t>
          </a:r>
          <a:endParaRPr lang="pt-BR" noProof="0" dirty="0"/>
        </a:p>
      </dgm:t>
    </dgm:pt>
    <dgm:pt modelId="{04A147C6-2519-4DD7-B51F-9ED2D86B6FD5}" type="parTrans" cxnId="{6C928EE1-8620-47CC-BD37-608D04CFB4B6}">
      <dgm:prSet/>
      <dgm:spPr/>
      <dgm:t>
        <a:bodyPr/>
        <a:lstStyle/>
        <a:p>
          <a:endParaRPr lang="en-US"/>
        </a:p>
      </dgm:t>
    </dgm:pt>
    <dgm:pt modelId="{1E7346CA-BB9F-4655-BE32-DE051F3DBE22}" type="sibTrans" cxnId="{6C928EE1-8620-47CC-BD37-608D04CFB4B6}">
      <dgm:prSet/>
      <dgm:spPr/>
      <dgm:t>
        <a:bodyPr/>
        <a:lstStyle/>
        <a:p>
          <a:endParaRPr lang="en-US"/>
        </a:p>
      </dgm:t>
    </dgm:pt>
    <dgm:pt modelId="{3810B898-D258-4C05-A82A-47C6D4741097}">
      <dgm:prSet/>
      <dgm:spPr/>
      <dgm:t>
        <a:bodyPr/>
        <a:lstStyle/>
        <a:p>
          <a:r>
            <a:rPr lang="pt-BR" b="0" i="0" noProof="0" dirty="0"/>
            <a:t>Necessidade: Solução automatizada que compreenda contexto e valide dados</a:t>
          </a:r>
          <a:endParaRPr lang="pt-BR" noProof="0" dirty="0"/>
        </a:p>
      </dgm:t>
    </dgm:pt>
    <dgm:pt modelId="{31D8DBFE-EF11-42B6-947B-DDDEF68094C5}" type="parTrans" cxnId="{911B8489-9D74-4381-A572-C6375B0BB06D}">
      <dgm:prSet/>
      <dgm:spPr/>
      <dgm:t>
        <a:bodyPr/>
        <a:lstStyle/>
        <a:p>
          <a:endParaRPr lang="en-US"/>
        </a:p>
      </dgm:t>
    </dgm:pt>
    <dgm:pt modelId="{04A0840E-B88E-4721-83FB-6229EFEDC4F6}" type="sibTrans" cxnId="{911B8489-9D74-4381-A572-C6375B0BB06D}">
      <dgm:prSet/>
      <dgm:spPr/>
      <dgm:t>
        <a:bodyPr/>
        <a:lstStyle/>
        <a:p>
          <a:endParaRPr lang="en-US"/>
        </a:p>
      </dgm:t>
    </dgm:pt>
    <dgm:pt modelId="{F0E5CDB7-97B7-42FF-9A0C-90F06A327CDC}" type="pres">
      <dgm:prSet presAssocID="{C823C1D4-85BF-47C7-9FAA-8340D338A101}" presName="matrix" presStyleCnt="0">
        <dgm:presLayoutVars>
          <dgm:chMax val="1"/>
          <dgm:dir/>
          <dgm:resizeHandles val="exact"/>
        </dgm:presLayoutVars>
      </dgm:prSet>
      <dgm:spPr/>
    </dgm:pt>
    <dgm:pt modelId="{CD362C78-0DFC-4B14-80DE-EB42A7B61928}" type="pres">
      <dgm:prSet presAssocID="{C823C1D4-85BF-47C7-9FAA-8340D338A101}" presName="diamond" presStyleLbl="bgShp" presStyleIdx="0" presStyleCnt="1"/>
      <dgm:spPr/>
    </dgm:pt>
    <dgm:pt modelId="{333CE9E7-BC6C-426B-A9D9-EA99AFA74D7D}" type="pres">
      <dgm:prSet presAssocID="{C823C1D4-85BF-47C7-9FAA-8340D338A10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FD2A4E8-7E84-44DB-8D77-03AA8DA24192}" type="pres">
      <dgm:prSet presAssocID="{C823C1D4-85BF-47C7-9FAA-8340D338A10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A230ED7-904E-4A7F-85A7-82C3D34E820E}" type="pres">
      <dgm:prSet presAssocID="{C823C1D4-85BF-47C7-9FAA-8340D338A10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597D44B-6316-4D9F-9594-07B022D0D74D}" type="pres">
      <dgm:prSet presAssocID="{C823C1D4-85BF-47C7-9FAA-8340D338A10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92BAD0A-CA7F-4B50-92FB-F741495A7FF3}" type="presOf" srcId="{3810B898-D258-4C05-A82A-47C6D4741097}" destId="{6597D44B-6316-4D9F-9594-07B022D0D74D}" srcOrd="0" destOrd="0" presId="urn:microsoft.com/office/officeart/2005/8/layout/matrix3"/>
    <dgm:cxn modelId="{A10EFC17-E225-4AE5-9D7F-441C88708298}" type="presOf" srcId="{3AB49B21-2DCC-4C3C-9897-1387F03C9C8E}" destId="{0FD2A4E8-7E84-44DB-8D77-03AA8DA24192}" srcOrd="0" destOrd="0" presId="urn:microsoft.com/office/officeart/2005/8/layout/matrix3"/>
    <dgm:cxn modelId="{50017D64-850E-4EF1-912B-9501639C70B7}" srcId="{C823C1D4-85BF-47C7-9FAA-8340D338A101}" destId="{BFE70CE5-DCD2-4FE7-B41F-246A51834C1D}" srcOrd="0" destOrd="0" parTransId="{7C62E59E-EA9D-497F-8F17-1C90D31157D2}" sibTransId="{3CEFD4B1-2B3E-42A8-9CA4-0FB8E3597943}"/>
    <dgm:cxn modelId="{911B8489-9D74-4381-A572-C6375B0BB06D}" srcId="{C823C1D4-85BF-47C7-9FAA-8340D338A101}" destId="{3810B898-D258-4C05-A82A-47C6D4741097}" srcOrd="3" destOrd="0" parTransId="{31D8DBFE-EF11-42B6-947B-DDDEF68094C5}" sibTransId="{04A0840E-B88E-4721-83FB-6229EFEDC4F6}"/>
    <dgm:cxn modelId="{45F52195-CC27-4B8D-A22E-C1DFF72F2E02}" type="presOf" srcId="{BFE70CE5-DCD2-4FE7-B41F-246A51834C1D}" destId="{333CE9E7-BC6C-426B-A9D9-EA99AFA74D7D}" srcOrd="0" destOrd="0" presId="urn:microsoft.com/office/officeart/2005/8/layout/matrix3"/>
    <dgm:cxn modelId="{E822F1A9-0021-40C1-A25B-59166A6F452A}" srcId="{C823C1D4-85BF-47C7-9FAA-8340D338A101}" destId="{3AB49B21-2DCC-4C3C-9897-1387F03C9C8E}" srcOrd="1" destOrd="0" parTransId="{C79114F6-204D-4364-AF59-7FBBD870D071}" sibTransId="{75DF47B4-3C9B-47AD-A2C4-021BBFCAC658}"/>
    <dgm:cxn modelId="{BF4A81AD-69F0-45FB-A70B-D2FA48DD168C}" type="presOf" srcId="{84E76FD2-1A17-4DF9-9C0D-2B7BEEF9A353}" destId="{2A230ED7-904E-4A7F-85A7-82C3D34E820E}" srcOrd="0" destOrd="0" presId="urn:microsoft.com/office/officeart/2005/8/layout/matrix3"/>
    <dgm:cxn modelId="{6C928EE1-8620-47CC-BD37-608D04CFB4B6}" srcId="{C823C1D4-85BF-47C7-9FAA-8340D338A101}" destId="{84E76FD2-1A17-4DF9-9C0D-2B7BEEF9A353}" srcOrd="2" destOrd="0" parTransId="{04A147C6-2519-4DD7-B51F-9ED2D86B6FD5}" sibTransId="{1E7346CA-BB9F-4655-BE32-DE051F3DBE22}"/>
    <dgm:cxn modelId="{CEFFF0F8-4437-4FAD-9219-8A7A8749A7FA}" type="presOf" srcId="{C823C1D4-85BF-47C7-9FAA-8340D338A101}" destId="{F0E5CDB7-97B7-42FF-9A0C-90F06A327CDC}" srcOrd="0" destOrd="0" presId="urn:microsoft.com/office/officeart/2005/8/layout/matrix3"/>
    <dgm:cxn modelId="{A574A62B-D2E1-4802-B63D-7BF58F3A2A29}" type="presParOf" srcId="{F0E5CDB7-97B7-42FF-9A0C-90F06A327CDC}" destId="{CD362C78-0DFC-4B14-80DE-EB42A7B61928}" srcOrd="0" destOrd="0" presId="urn:microsoft.com/office/officeart/2005/8/layout/matrix3"/>
    <dgm:cxn modelId="{BD5E80ED-8D0A-4158-9906-93735E8573B1}" type="presParOf" srcId="{F0E5CDB7-97B7-42FF-9A0C-90F06A327CDC}" destId="{333CE9E7-BC6C-426B-A9D9-EA99AFA74D7D}" srcOrd="1" destOrd="0" presId="urn:microsoft.com/office/officeart/2005/8/layout/matrix3"/>
    <dgm:cxn modelId="{2D01D09B-ADDB-4AB3-A465-1DEA3D021373}" type="presParOf" srcId="{F0E5CDB7-97B7-42FF-9A0C-90F06A327CDC}" destId="{0FD2A4E8-7E84-44DB-8D77-03AA8DA24192}" srcOrd="2" destOrd="0" presId="urn:microsoft.com/office/officeart/2005/8/layout/matrix3"/>
    <dgm:cxn modelId="{07976A01-C6CC-4FD5-B540-F46F15A58075}" type="presParOf" srcId="{F0E5CDB7-97B7-42FF-9A0C-90F06A327CDC}" destId="{2A230ED7-904E-4A7F-85A7-82C3D34E820E}" srcOrd="3" destOrd="0" presId="urn:microsoft.com/office/officeart/2005/8/layout/matrix3"/>
    <dgm:cxn modelId="{CE0B2973-8F90-4CA5-9D59-1DF4838E0A92}" type="presParOf" srcId="{F0E5CDB7-97B7-42FF-9A0C-90F06A327CDC}" destId="{6597D44B-6316-4D9F-9594-07B022D0D74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16EAAE-ECB3-4AF5-BE11-237A383EB72B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ACF11C-F843-475F-B60D-2B7E6EE096FD}">
      <dgm:prSet/>
      <dgm:spPr/>
      <dgm:t>
        <a:bodyPr/>
        <a:lstStyle/>
        <a:p>
          <a:r>
            <a:rPr lang="pt-BR" b="0" i="0" noProof="0" dirty="0"/>
            <a:t>Objetivo: Automatizar extração, validação e análise de documentos fiscais brasileiros</a:t>
          </a:r>
          <a:endParaRPr lang="pt-BR" noProof="0" dirty="0"/>
        </a:p>
      </dgm:t>
    </dgm:pt>
    <dgm:pt modelId="{233D8FF2-C42D-4564-9262-1D09274BDDBE}" type="parTrans" cxnId="{F3A4BC17-BDE9-4BFB-8E46-395785A3282F}">
      <dgm:prSet/>
      <dgm:spPr/>
      <dgm:t>
        <a:bodyPr/>
        <a:lstStyle/>
        <a:p>
          <a:endParaRPr lang="en-US"/>
        </a:p>
      </dgm:t>
    </dgm:pt>
    <dgm:pt modelId="{86118FC6-760D-49A5-A305-6FDAA35E45AB}" type="sibTrans" cxnId="{F3A4BC17-BDE9-4BFB-8E46-395785A3282F}">
      <dgm:prSet/>
      <dgm:spPr/>
      <dgm:t>
        <a:bodyPr/>
        <a:lstStyle/>
        <a:p>
          <a:endParaRPr lang="en-US"/>
        </a:p>
      </dgm:t>
    </dgm:pt>
    <dgm:pt modelId="{585F6D49-189C-4BF2-92FA-FAE92074A19F}">
      <dgm:prSet/>
      <dgm:spPr/>
      <dgm:t>
        <a:bodyPr/>
        <a:lstStyle/>
        <a:p>
          <a:r>
            <a:rPr lang="pt-BR" b="0" i="0" noProof="0" dirty="0"/>
            <a:t>Abordagem:</a:t>
          </a:r>
          <a:endParaRPr lang="pt-BR" noProof="0" dirty="0"/>
        </a:p>
      </dgm:t>
    </dgm:pt>
    <dgm:pt modelId="{45E5FBB3-5E5A-4CFF-9A63-79142F225930}" type="parTrans" cxnId="{49562046-9365-4CD6-ACCB-43156D2F1074}">
      <dgm:prSet/>
      <dgm:spPr/>
      <dgm:t>
        <a:bodyPr/>
        <a:lstStyle/>
        <a:p>
          <a:endParaRPr lang="en-US"/>
        </a:p>
      </dgm:t>
    </dgm:pt>
    <dgm:pt modelId="{1A247F2F-02AA-4D0E-84E8-9835D94C7208}" type="sibTrans" cxnId="{49562046-9365-4CD6-ACCB-43156D2F1074}">
      <dgm:prSet/>
      <dgm:spPr/>
      <dgm:t>
        <a:bodyPr/>
        <a:lstStyle/>
        <a:p>
          <a:endParaRPr lang="en-US"/>
        </a:p>
      </dgm:t>
    </dgm:pt>
    <dgm:pt modelId="{953A955E-41DE-4CC7-A12F-C817DC3EE8D8}">
      <dgm:prSet/>
      <dgm:spPr/>
      <dgm:t>
        <a:bodyPr/>
        <a:lstStyle/>
        <a:p>
          <a:r>
            <a:rPr lang="pt-BR" noProof="0" dirty="0"/>
            <a:t>Combinação de OCR tradicional com IA Generativa</a:t>
          </a:r>
        </a:p>
      </dgm:t>
    </dgm:pt>
    <dgm:pt modelId="{D4E2FDE0-B48D-462B-9F38-053D1132A742}" type="parTrans" cxnId="{FC8E2DEB-99AE-44F7-84DB-209348B0BB84}">
      <dgm:prSet/>
      <dgm:spPr/>
      <dgm:t>
        <a:bodyPr/>
        <a:lstStyle/>
        <a:p>
          <a:endParaRPr lang="en-US"/>
        </a:p>
      </dgm:t>
    </dgm:pt>
    <dgm:pt modelId="{A66B1508-D9E8-4FF0-B7AF-0D78EA61370D}" type="sibTrans" cxnId="{FC8E2DEB-99AE-44F7-84DB-209348B0BB84}">
      <dgm:prSet/>
      <dgm:spPr/>
      <dgm:t>
        <a:bodyPr/>
        <a:lstStyle/>
        <a:p>
          <a:endParaRPr lang="en-US"/>
        </a:p>
      </dgm:t>
    </dgm:pt>
    <dgm:pt modelId="{8A4DE1B4-5119-4F5A-963C-A8C1C153EF12}">
      <dgm:prSet/>
      <dgm:spPr/>
      <dgm:t>
        <a:bodyPr/>
        <a:lstStyle/>
        <a:p>
          <a:r>
            <a:rPr lang="pt-BR" noProof="0" dirty="0"/>
            <a:t>Validação estruturada com regras de negócio</a:t>
          </a:r>
        </a:p>
      </dgm:t>
    </dgm:pt>
    <dgm:pt modelId="{6E6D1520-69BE-455D-928B-0F1932582112}" type="parTrans" cxnId="{EF0D770A-B20A-4AA7-95F4-B2570E0A6918}">
      <dgm:prSet/>
      <dgm:spPr/>
      <dgm:t>
        <a:bodyPr/>
        <a:lstStyle/>
        <a:p>
          <a:endParaRPr lang="en-US"/>
        </a:p>
      </dgm:t>
    </dgm:pt>
    <dgm:pt modelId="{3196CFD7-22BA-498C-97D1-BECDE990DCFD}" type="sibTrans" cxnId="{EF0D770A-B20A-4AA7-95F4-B2570E0A6918}">
      <dgm:prSet/>
      <dgm:spPr/>
      <dgm:t>
        <a:bodyPr/>
        <a:lstStyle/>
        <a:p>
          <a:endParaRPr lang="en-US"/>
        </a:p>
      </dgm:t>
    </dgm:pt>
    <dgm:pt modelId="{61970D37-4FA5-432D-83F1-DFF02F0FC0E8}">
      <dgm:prSet/>
      <dgm:spPr/>
      <dgm:t>
        <a:bodyPr/>
        <a:lstStyle/>
        <a:p>
          <a:r>
            <a:rPr lang="pt-BR" noProof="0" dirty="0"/>
            <a:t>Interface web intuitiva com visualizações analíticas</a:t>
          </a:r>
        </a:p>
      </dgm:t>
    </dgm:pt>
    <dgm:pt modelId="{7910BC4C-B0E1-4ED4-87E8-64A3530375FB}" type="parTrans" cxnId="{31CBF557-AF4E-4E12-855B-ABD6137EE9F2}">
      <dgm:prSet/>
      <dgm:spPr/>
      <dgm:t>
        <a:bodyPr/>
        <a:lstStyle/>
        <a:p>
          <a:endParaRPr lang="en-US"/>
        </a:p>
      </dgm:t>
    </dgm:pt>
    <dgm:pt modelId="{EEEFBB8C-C455-400F-82DC-B382E649CCE7}" type="sibTrans" cxnId="{31CBF557-AF4E-4E12-855B-ABD6137EE9F2}">
      <dgm:prSet/>
      <dgm:spPr/>
      <dgm:t>
        <a:bodyPr/>
        <a:lstStyle/>
        <a:p>
          <a:endParaRPr lang="en-US"/>
        </a:p>
      </dgm:t>
    </dgm:pt>
    <dgm:pt modelId="{EF5729B3-5F14-4DA6-8479-639D612BA65F}">
      <dgm:prSet/>
      <dgm:spPr/>
      <dgm:t>
        <a:bodyPr/>
        <a:lstStyle/>
        <a:p>
          <a:r>
            <a:rPr lang="pt-BR" noProof="0" dirty="0"/>
            <a:t>Suporte a múltiplos formatos (XML, PDF, imagens)</a:t>
          </a:r>
        </a:p>
      </dgm:t>
    </dgm:pt>
    <dgm:pt modelId="{A07D1B8C-4E0C-4C7C-B6CF-449102697918}" type="parTrans" cxnId="{AF51497A-8CEA-4D1C-9E02-35770B43C0A8}">
      <dgm:prSet/>
      <dgm:spPr/>
      <dgm:t>
        <a:bodyPr/>
        <a:lstStyle/>
        <a:p>
          <a:endParaRPr lang="en-US"/>
        </a:p>
      </dgm:t>
    </dgm:pt>
    <dgm:pt modelId="{3583A4AA-83B0-4CB7-8829-E4DAC1F56C7A}" type="sibTrans" cxnId="{AF51497A-8CEA-4D1C-9E02-35770B43C0A8}">
      <dgm:prSet/>
      <dgm:spPr/>
      <dgm:t>
        <a:bodyPr/>
        <a:lstStyle/>
        <a:p>
          <a:endParaRPr lang="en-US"/>
        </a:p>
      </dgm:t>
    </dgm:pt>
    <dgm:pt modelId="{A332379B-3237-47D2-8EC9-665BDB11FD7B}" type="pres">
      <dgm:prSet presAssocID="{CF16EAAE-ECB3-4AF5-BE11-237A383EB72B}" presName="Name0" presStyleCnt="0">
        <dgm:presLayoutVars>
          <dgm:dir/>
          <dgm:animLvl val="lvl"/>
          <dgm:resizeHandles val="exact"/>
        </dgm:presLayoutVars>
      </dgm:prSet>
      <dgm:spPr/>
    </dgm:pt>
    <dgm:pt modelId="{164E8D1C-FD43-4FF6-BED1-7F0E01540C53}" type="pres">
      <dgm:prSet presAssocID="{585F6D49-189C-4BF2-92FA-FAE92074A19F}" presName="boxAndChildren" presStyleCnt="0"/>
      <dgm:spPr/>
    </dgm:pt>
    <dgm:pt modelId="{D36DBCFB-11A8-45A5-AF52-295FA968ED3A}" type="pres">
      <dgm:prSet presAssocID="{585F6D49-189C-4BF2-92FA-FAE92074A19F}" presName="parentTextBox" presStyleLbl="node1" presStyleIdx="0" presStyleCnt="2"/>
      <dgm:spPr/>
    </dgm:pt>
    <dgm:pt modelId="{7C764863-CFE8-42B9-8415-674ED3C2E6C0}" type="pres">
      <dgm:prSet presAssocID="{585F6D49-189C-4BF2-92FA-FAE92074A19F}" presName="entireBox" presStyleLbl="node1" presStyleIdx="0" presStyleCnt="2"/>
      <dgm:spPr/>
    </dgm:pt>
    <dgm:pt modelId="{A1282763-0867-423E-9567-FE4276EE5BE7}" type="pres">
      <dgm:prSet presAssocID="{585F6D49-189C-4BF2-92FA-FAE92074A19F}" presName="descendantBox" presStyleCnt="0"/>
      <dgm:spPr/>
    </dgm:pt>
    <dgm:pt modelId="{3C65174C-B60F-4E18-94DC-33C5DDA7DA5F}" type="pres">
      <dgm:prSet presAssocID="{953A955E-41DE-4CC7-A12F-C817DC3EE8D8}" presName="childTextBox" presStyleLbl="fgAccFollowNode1" presStyleIdx="0" presStyleCnt="4">
        <dgm:presLayoutVars>
          <dgm:bulletEnabled val="1"/>
        </dgm:presLayoutVars>
      </dgm:prSet>
      <dgm:spPr/>
    </dgm:pt>
    <dgm:pt modelId="{966CE635-1405-4A9C-8439-D6F2FA8AB7C9}" type="pres">
      <dgm:prSet presAssocID="{8A4DE1B4-5119-4F5A-963C-A8C1C153EF12}" presName="childTextBox" presStyleLbl="fgAccFollowNode1" presStyleIdx="1" presStyleCnt="4">
        <dgm:presLayoutVars>
          <dgm:bulletEnabled val="1"/>
        </dgm:presLayoutVars>
      </dgm:prSet>
      <dgm:spPr/>
    </dgm:pt>
    <dgm:pt modelId="{0EE3B6A6-21E7-4194-9206-9399A629B1DA}" type="pres">
      <dgm:prSet presAssocID="{61970D37-4FA5-432D-83F1-DFF02F0FC0E8}" presName="childTextBox" presStyleLbl="fgAccFollowNode1" presStyleIdx="2" presStyleCnt="4">
        <dgm:presLayoutVars>
          <dgm:bulletEnabled val="1"/>
        </dgm:presLayoutVars>
      </dgm:prSet>
      <dgm:spPr/>
    </dgm:pt>
    <dgm:pt modelId="{B8988CBE-DD2E-4179-ABC5-8CC4F7671363}" type="pres">
      <dgm:prSet presAssocID="{EF5729B3-5F14-4DA6-8479-639D612BA65F}" presName="childTextBox" presStyleLbl="fgAccFollowNode1" presStyleIdx="3" presStyleCnt="4">
        <dgm:presLayoutVars>
          <dgm:bulletEnabled val="1"/>
        </dgm:presLayoutVars>
      </dgm:prSet>
      <dgm:spPr/>
    </dgm:pt>
    <dgm:pt modelId="{41344067-3815-4761-A98B-88204A023BF9}" type="pres">
      <dgm:prSet presAssocID="{86118FC6-760D-49A5-A305-6FDAA35E45AB}" presName="sp" presStyleCnt="0"/>
      <dgm:spPr/>
    </dgm:pt>
    <dgm:pt modelId="{2381500F-34A2-4835-9851-390FC71A5F53}" type="pres">
      <dgm:prSet presAssocID="{04ACF11C-F843-475F-B60D-2B7E6EE096FD}" presName="arrowAndChildren" presStyleCnt="0"/>
      <dgm:spPr/>
    </dgm:pt>
    <dgm:pt modelId="{6C792636-AEBB-45C2-A053-75D52E4A81B6}" type="pres">
      <dgm:prSet presAssocID="{04ACF11C-F843-475F-B60D-2B7E6EE096FD}" presName="parentTextArrow" presStyleLbl="node1" presStyleIdx="1" presStyleCnt="2" custLinFactNeighborX="46472" custLinFactNeighborY="755"/>
      <dgm:spPr/>
    </dgm:pt>
  </dgm:ptLst>
  <dgm:cxnLst>
    <dgm:cxn modelId="{D6DD1B00-7E84-4257-B892-AAE38E3A9B86}" type="presOf" srcId="{04ACF11C-F843-475F-B60D-2B7E6EE096FD}" destId="{6C792636-AEBB-45C2-A053-75D52E4A81B6}" srcOrd="0" destOrd="0" presId="urn:microsoft.com/office/officeart/2005/8/layout/process4"/>
    <dgm:cxn modelId="{F0579D08-288A-46D9-9BE0-2D9D72CDCF81}" type="presOf" srcId="{CF16EAAE-ECB3-4AF5-BE11-237A383EB72B}" destId="{A332379B-3237-47D2-8EC9-665BDB11FD7B}" srcOrd="0" destOrd="0" presId="urn:microsoft.com/office/officeart/2005/8/layout/process4"/>
    <dgm:cxn modelId="{EF0D770A-B20A-4AA7-95F4-B2570E0A6918}" srcId="{585F6D49-189C-4BF2-92FA-FAE92074A19F}" destId="{8A4DE1B4-5119-4F5A-963C-A8C1C153EF12}" srcOrd="1" destOrd="0" parTransId="{6E6D1520-69BE-455D-928B-0F1932582112}" sibTransId="{3196CFD7-22BA-498C-97D1-BECDE990DCFD}"/>
    <dgm:cxn modelId="{F3A4BC17-BDE9-4BFB-8E46-395785A3282F}" srcId="{CF16EAAE-ECB3-4AF5-BE11-237A383EB72B}" destId="{04ACF11C-F843-475F-B60D-2B7E6EE096FD}" srcOrd="0" destOrd="0" parTransId="{233D8FF2-C42D-4564-9262-1D09274BDDBE}" sibTransId="{86118FC6-760D-49A5-A305-6FDAA35E45AB}"/>
    <dgm:cxn modelId="{37FE471F-8763-4FF3-BCA0-5E4C7911A74E}" type="presOf" srcId="{953A955E-41DE-4CC7-A12F-C817DC3EE8D8}" destId="{3C65174C-B60F-4E18-94DC-33C5DDA7DA5F}" srcOrd="0" destOrd="0" presId="urn:microsoft.com/office/officeart/2005/8/layout/process4"/>
    <dgm:cxn modelId="{49562046-9365-4CD6-ACCB-43156D2F1074}" srcId="{CF16EAAE-ECB3-4AF5-BE11-237A383EB72B}" destId="{585F6D49-189C-4BF2-92FA-FAE92074A19F}" srcOrd="1" destOrd="0" parTransId="{45E5FBB3-5E5A-4CFF-9A63-79142F225930}" sibTransId="{1A247F2F-02AA-4D0E-84E8-9835D94C7208}"/>
    <dgm:cxn modelId="{31CBF557-AF4E-4E12-855B-ABD6137EE9F2}" srcId="{585F6D49-189C-4BF2-92FA-FAE92074A19F}" destId="{61970D37-4FA5-432D-83F1-DFF02F0FC0E8}" srcOrd="2" destOrd="0" parTransId="{7910BC4C-B0E1-4ED4-87E8-64A3530375FB}" sibTransId="{EEEFBB8C-C455-400F-82DC-B382E649CCE7}"/>
    <dgm:cxn modelId="{AF51497A-8CEA-4D1C-9E02-35770B43C0A8}" srcId="{585F6D49-189C-4BF2-92FA-FAE92074A19F}" destId="{EF5729B3-5F14-4DA6-8479-639D612BA65F}" srcOrd="3" destOrd="0" parTransId="{A07D1B8C-4E0C-4C7C-B6CF-449102697918}" sibTransId="{3583A4AA-83B0-4CB7-8829-E4DAC1F56C7A}"/>
    <dgm:cxn modelId="{CEF6D79F-C2BF-4B89-9FCD-A6D5103976CF}" type="presOf" srcId="{8A4DE1B4-5119-4F5A-963C-A8C1C153EF12}" destId="{966CE635-1405-4A9C-8439-D6F2FA8AB7C9}" srcOrd="0" destOrd="0" presId="urn:microsoft.com/office/officeart/2005/8/layout/process4"/>
    <dgm:cxn modelId="{631424AD-C817-4DE6-B921-FD00E797DE6B}" type="presOf" srcId="{61970D37-4FA5-432D-83F1-DFF02F0FC0E8}" destId="{0EE3B6A6-21E7-4194-9206-9399A629B1DA}" srcOrd="0" destOrd="0" presId="urn:microsoft.com/office/officeart/2005/8/layout/process4"/>
    <dgm:cxn modelId="{BDEC3BB6-DB74-4DEF-9318-1BE502D76FF0}" type="presOf" srcId="{EF5729B3-5F14-4DA6-8479-639D612BA65F}" destId="{B8988CBE-DD2E-4179-ABC5-8CC4F7671363}" srcOrd="0" destOrd="0" presId="urn:microsoft.com/office/officeart/2005/8/layout/process4"/>
    <dgm:cxn modelId="{9D603FBF-68C5-45A0-A270-F52EBED20798}" type="presOf" srcId="{585F6D49-189C-4BF2-92FA-FAE92074A19F}" destId="{D36DBCFB-11A8-45A5-AF52-295FA968ED3A}" srcOrd="0" destOrd="0" presId="urn:microsoft.com/office/officeart/2005/8/layout/process4"/>
    <dgm:cxn modelId="{FC8E2DEB-99AE-44F7-84DB-209348B0BB84}" srcId="{585F6D49-189C-4BF2-92FA-FAE92074A19F}" destId="{953A955E-41DE-4CC7-A12F-C817DC3EE8D8}" srcOrd="0" destOrd="0" parTransId="{D4E2FDE0-B48D-462B-9F38-053D1132A742}" sibTransId="{A66B1508-D9E8-4FF0-B7AF-0D78EA61370D}"/>
    <dgm:cxn modelId="{876B4DEB-719D-4DFA-BB97-7BFCA46309A0}" type="presOf" srcId="{585F6D49-189C-4BF2-92FA-FAE92074A19F}" destId="{7C764863-CFE8-42B9-8415-674ED3C2E6C0}" srcOrd="1" destOrd="0" presId="urn:microsoft.com/office/officeart/2005/8/layout/process4"/>
    <dgm:cxn modelId="{E523ADBF-919E-422A-A482-EA797EFCFE9D}" type="presParOf" srcId="{A332379B-3237-47D2-8EC9-665BDB11FD7B}" destId="{164E8D1C-FD43-4FF6-BED1-7F0E01540C53}" srcOrd="0" destOrd="0" presId="urn:microsoft.com/office/officeart/2005/8/layout/process4"/>
    <dgm:cxn modelId="{DB485100-1CC5-481E-928D-D8A69F7EF055}" type="presParOf" srcId="{164E8D1C-FD43-4FF6-BED1-7F0E01540C53}" destId="{D36DBCFB-11A8-45A5-AF52-295FA968ED3A}" srcOrd="0" destOrd="0" presId="urn:microsoft.com/office/officeart/2005/8/layout/process4"/>
    <dgm:cxn modelId="{74B6213F-C077-4F44-A38D-9ED85FBD96A3}" type="presParOf" srcId="{164E8D1C-FD43-4FF6-BED1-7F0E01540C53}" destId="{7C764863-CFE8-42B9-8415-674ED3C2E6C0}" srcOrd="1" destOrd="0" presId="urn:microsoft.com/office/officeart/2005/8/layout/process4"/>
    <dgm:cxn modelId="{DA55580D-DB4D-4DA1-8A6F-D08D56D844CB}" type="presParOf" srcId="{164E8D1C-FD43-4FF6-BED1-7F0E01540C53}" destId="{A1282763-0867-423E-9567-FE4276EE5BE7}" srcOrd="2" destOrd="0" presId="urn:microsoft.com/office/officeart/2005/8/layout/process4"/>
    <dgm:cxn modelId="{C527D7EA-FD31-41B2-BCCE-C11F15A698E1}" type="presParOf" srcId="{A1282763-0867-423E-9567-FE4276EE5BE7}" destId="{3C65174C-B60F-4E18-94DC-33C5DDA7DA5F}" srcOrd="0" destOrd="0" presId="urn:microsoft.com/office/officeart/2005/8/layout/process4"/>
    <dgm:cxn modelId="{8AFE29AD-1623-495B-BB16-4A082F348187}" type="presParOf" srcId="{A1282763-0867-423E-9567-FE4276EE5BE7}" destId="{966CE635-1405-4A9C-8439-D6F2FA8AB7C9}" srcOrd="1" destOrd="0" presId="urn:microsoft.com/office/officeart/2005/8/layout/process4"/>
    <dgm:cxn modelId="{82DAF5AD-09E0-414E-BC2D-96732C13FBD9}" type="presParOf" srcId="{A1282763-0867-423E-9567-FE4276EE5BE7}" destId="{0EE3B6A6-21E7-4194-9206-9399A629B1DA}" srcOrd="2" destOrd="0" presId="urn:microsoft.com/office/officeart/2005/8/layout/process4"/>
    <dgm:cxn modelId="{06FC4613-65D8-4E46-BDC3-F40B51416EF5}" type="presParOf" srcId="{A1282763-0867-423E-9567-FE4276EE5BE7}" destId="{B8988CBE-DD2E-4179-ABC5-8CC4F7671363}" srcOrd="3" destOrd="0" presId="urn:microsoft.com/office/officeart/2005/8/layout/process4"/>
    <dgm:cxn modelId="{C952D26A-03A9-477F-86B8-5E2DB57119E2}" type="presParOf" srcId="{A332379B-3237-47D2-8EC9-665BDB11FD7B}" destId="{41344067-3815-4761-A98B-88204A023BF9}" srcOrd="1" destOrd="0" presId="urn:microsoft.com/office/officeart/2005/8/layout/process4"/>
    <dgm:cxn modelId="{D391FA97-B9E4-4CD3-A83C-30E07C2BA0A5}" type="presParOf" srcId="{A332379B-3237-47D2-8EC9-665BDB11FD7B}" destId="{2381500F-34A2-4835-9851-390FC71A5F53}" srcOrd="2" destOrd="0" presId="urn:microsoft.com/office/officeart/2005/8/layout/process4"/>
    <dgm:cxn modelId="{C03A4EF4-56C5-4C92-BA15-86E9C1FFC23D}" type="presParOf" srcId="{2381500F-34A2-4835-9851-390FC71A5F53}" destId="{6C792636-AEBB-45C2-A053-75D52E4A81B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D6BBD5-EA1D-4C37-8EE1-2691F3FA65A6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99C5010-6F8F-4159-A110-CED1D84281A1}">
      <dgm:prSet/>
      <dgm:spPr/>
      <dgm:t>
        <a:bodyPr/>
        <a:lstStyle/>
        <a:p>
          <a:r>
            <a:rPr lang="pt-BR" b="0" i="0" noProof="0" dirty="0"/>
            <a:t>Interface: </a:t>
          </a:r>
          <a:r>
            <a:rPr lang="pt-BR" b="0" i="0" noProof="0" dirty="0" err="1"/>
            <a:t>Streamlit</a:t>
          </a:r>
          <a:r>
            <a:rPr lang="pt-BR" b="0" i="0" noProof="0" dirty="0"/>
            <a:t> - Interface web responsiva e interativa</a:t>
          </a:r>
          <a:endParaRPr lang="pt-BR" noProof="0" dirty="0"/>
        </a:p>
      </dgm:t>
    </dgm:pt>
    <dgm:pt modelId="{4C1FC8C5-073D-41D6-A5B4-501416BBDA5A}" type="parTrans" cxnId="{D48E2D17-9D1C-4912-B90C-AC611B8D086F}">
      <dgm:prSet/>
      <dgm:spPr/>
      <dgm:t>
        <a:bodyPr/>
        <a:lstStyle/>
        <a:p>
          <a:endParaRPr lang="en-US"/>
        </a:p>
      </dgm:t>
    </dgm:pt>
    <dgm:pt modelId="{79CD1FA7-4919-426C-9645-6760E4B84A89}" type="sibTrans" cxnId="{D48E2D17-9D1C-4912-B90C-AC611B8D086F}">
      <dgm:prSet/>
      <dgm:spPr/>
      <dgm:t>
        <a:bodyPr/>
        <a:lstStyle/>
        <a:p>
          <a:endParaRPr lang="pt-BR" noProof="0" dirty="0"/>
        </a:p>
      </dgm:t>
    </dgm:pt>
    <dgm:pt modelId="{EF03A0CA-6DE5-40E1-B10D-704049DC6829}">
      <dgm:prSet/>
      <dgm:spPr/>
      <dgm:t>
        <a:bodyPr/>
        <a:lstStyle/>
        <a:p>
          <a:r>
            <a:rPr lang="pt-BR" b="0" i="0" noProof="0" dirty="0"/>
            <a:t>Processamento: </a:t>
          </a:r>
          <a:r>
            <a:rPr lang="pt-BR" b="0" i="0" noProof="0" dirty="0" err="1"/>
            <a:t>Tesseract</a:t>
          </a:r>
          <a:r>
            <a:rPr lang="pt-BR" b="0" i="0" noProof="0" dirty="0"/>
            <a:t> OCR, pdf2image, </a:t>
          </a:r>
          <a:r>
            <a:rPr lang="pt-BR" b="0" i="0" noProof="0" dirty="0" err="1"/>
            <a:t>OpenCV</a:t>
          </a:r>
          <a:endParaRPr lang="pt-BR" noProof="0" dirty="0"/>
        </a:p>
      </dgm:t>
    </dgm:pt>
    <dgm:pt modelId="{57899378-0D39-4D06-88C9-58AEECD14E0F}" type="parTrans" cxnId="{09002F89-A52A-49B8-88C4-CE1A276D7349}">
      <dgm:prSet/>
      <dgm:spPr/>
      <dgm:t>
        <a:bodyPr/>
        <a:lstStyle/>
        <a:p>
          <a:endParaRPr lang="en-US"/>
        </a:p>
      </dgm:t>
    </dgm:pt>
    <dgm:pt modelId="{E534AA9A-516D-4AA7-95AA-B9232AD53AC0}" type="sibTrans" cxnId="{09002F89-A52A-49B8-88C4-CE1A276D7349}">
      <dgm:prSet/>
      <dgm:spPr/>
      <dgm:t>
        <a:bodyPr/>
        <a:lstStyle/>
        <a:p>
          <a:endParaRPr lang="pt-BR" noProof="0" dirty="0"/>
        </a:p>
      </dgm:t>
    </dgm:pt>
    <dgm:pt modelId="{775DD70F-B09D-44EA-8088-DB05C1C6D653}">
      <dgm:prSet/>
      <dgm:spPr/>
      <dgm:t>
        <a:bodyPr/>
        <a:lstStyle/>
        <a:p>
          <a:r>
            <a:rPr lang="pt-BR" b="0" i="0" noProof="0" dirty="0"/>
            <a:t>Inteligência: Google Gemini 2.5 Flash, </a:t>
          </a:r>
          <a:r>
            <a:rPr lang="pt-BR" b="0" i="0" noProof="0" dirty="0" err="1"/>
            <a:t>Pydantic</a:t>
          </a:r>
          <a:r>
            <a:rPr lang="pt-BR" b="0" i="0" noProof="0" dirty="0"/>
            <a:t>, </a:t>
          </a:r>
          <a:r>
            <a:rPr lang="pt-BR" b="0" i="0" noProof="0" dirty="0" err="1"/>
            <a:t>LangChain</a:t>
          </a:r>
          <a:endParaRPr lang="pt-BR" noProof="0" dirty="0"/>
        </a:p>
      </dgm:t>
    </dgm:pt>
    <dgm:pt modelId="{11BEC7DB-A9DD-40D6-8266-FDA5D80E649B}" type="parTrans" cxnId="{A075EB36-098C-4F75-83F8-8BAF529834B2}">
      <dgm:prSet/>
      <dgm:spPr/>
      <dgm:t>
        <a:bodyPr/>
        <a:lstStyle/>
        <a:p>
          <a:endParaRPr lang="en-US"/>
        </a:p>
      </dgm:t>
    </dgm:pt>
    <dgm:pt modelId="{9DDD523D-4750-445D-B595-B715659004BE}" type="sibTrans" cxnId="{A075EB36-098C-4F75-83F8-8BAF529834B2}">
      <dgm:prSet/>
      <dgm:spPr/>
      <dgm:t>
        <a:bodyPr/>
        <a:lstStyle/>
        <a:p>
          <a:endParaRPr lang="pt-BR" noProof="0" dirty="0"/>
        </a:p>
      </dgm:t>
    </dgm:pt>
    <dgm:pt modelId="{3219712C-AC77-457F-B485-AAAEE304D31E}">
      <dgm:prSet/>
      <dgm:spPr/>
      <dgm:t>
        <a:bodyPr/>
        <a:lstStyle/>
        <a:p>
          <a:r>
            <a:rPr lang="pt-BR" b="0" i="0" noProof="0" dirty="0"/>
            <a:t>Visualização: </a:t>
          </a:r>
          <a:r>
            <a:rPr lang="pt-BR" b="0" i="0" noProof="0" dirty="0" err="1"/>
            <a:t>Plotly</a:t>
          </a:r>
          <a:r>
            <a:rPr lang="pt-BR" b="0" i="0" noProof="0" dirty="0"/>
            <a:t> Express, Pandas</a:t>
          </a:r>
          <a:endParaRPr lang="pt-BR" noProof="0" dirty="0"/>
        </a:p>
      </dgm:t>
    </dgm:pt>
    <dgm:pt modelId="{104DA5B9-675B-4C9D-9E00-2824F3147D7C}" type="parTrans" cxnId="{F7704D6F-1A89-4F42-9DE0-15B3F79EB21E}">
      <dgm:prSet/>
      <dgm:spPr/>
      <dgm:t>
        <a:bodyPr/>
        <a:lstStyle/>
        <a:p>
          <a:endParaRPr lang="en-US"/>
        </a:p>
      </dgm:t>
    </dgm:pt>
    <dgm:pt modelId="{BFB32570-34CD-4CB4-912D-C8580EEC3F9C}" type="sibTrans" cxnId="{F7704D6F-1A89-4F42-9DE0-15B3F79EB21E}">
      <dgm:prSet/>
      <dgm:spPr/>
      <dgm:t>
        <a:bodyPr/>
        <a:lstStyle/>
        <a:p>
          <a:endParaRPr lang="en-US"/>
        </a:p>
      </dgm:t>
    </dgm:pt>
    <dgm:pt modelId="{84E1F570-455B-470B-9918-B998B96C2983}" type="pres">
      <dgm:prSet presAssocID="{57D6BBD5-EA1D-4C37-8EE1-2691F3FA65A6}" presName="outerComposite" presStyleCnt="0">
        <dgm:presLayoutVars>
          <dgm:chMax val="5"/>
          <dgm:dir/>
          <dgm:resizeHandles val="exact"/>
        </dgm:presLayoutVars>
      </dgm:prSet>
      <dgm:spPr/>
    </dgm:pt>
    <dgm:pt modelId="{48EF9340-562C-4BDC-8895-4E713A739922}" type="pres">
      <dgm:prSet presAssocID="{57D6BBD5-EA1D-4C37-8EE1-2691F3FA65A6}" presName="dummyMaxCanvas" presStyleCnt="0">
        <dgm:presLayoutVars/>
      </dgm:prSet>
      <dgm:spPr/>
    </dgm:pt>
    <dgm:pt modelId="{1AB1D2CD-E179-407F-A3F4-F282A5383FDE}" type="pres">
      <dgm:prSet presAssocID="{57D6BBD5-EA1D-4C37-8EE1-2691F3FA65A6}" presName="FourNodes_1" presStyleLbl="node1" presStyleIdx="0" presStyleCnt="4">
        <dgm:presLayoutVars>
          <dgm:bulletEnabled val="1"/>
        </dgm:presLayoutVars>
      </dgm:prSet>
      <dgm:spPr/>
    </dgm:pt>
    <dgm:pt modelId="{88D72B0D-55C8-442B-99EE-518301CB7791}" type="pres">
      <dgm:prSet presAssocID="{57D6BBD5-EA1D-4C37-8EE1-2691F3FA65A6}" presName="FourNodes_2" presStyleLbl="node1" presStyleIdx="1" presStyleCnt="4">
        <dgm:presLayoutVars>
          <dgm:bulletEnabled val="1"/>
        </dgm:presLayoutVars>
      </dgm:prSet>
      <dgm:spPr/>
    </dgm:pt>
    <dgm:pt modelId="{2B4A3D80-4E22-44DB-A2E5-6081DC1A9446}" type="pres">
      <dgm:prSet presAssocID="{57D6BBD5-EA1D-4C37-8EE1-2691F3FA65A6}" presName="FourNodes_3" presStyleLbl="node1" presStyleIdx="2" presStyleCnt="4">
        <dgm:presLayoutVars>
          <dgm:bulletEnabled val="1"/>
        </dgm:presLayoutVars>
      </dgm:prSet>
      <dgm:spPr/>
    </dgm:pt>
    <dgm:pt modelId="{66C04769-3EC1-4E85-821B-9E4715322C07}" type="pres">
      <dgm:prSet presAssocID="{57D6BBD5-EA1D-4C37-8EE1-2691F3FA65A6}" presName="FourNodes_4" presStyleLbl="node1" presStyleIdx="3" presStyleCnt="4">
        <dgm:presLayoutVars>
          <dgm:bulletEnabled val="1"/>
        </dgm:presLayoutVars>
      </dgm:prSet>
      <dgm:spPr/>
    </dgm:pt>
    <dgm:pt modelId="{FA12E1C0-5482-41CA-B6BD-0536C5AAD8BD}" type="pres">
      <dgm:prSet presAssocID="{57D6BBD5-EA1D-4C37-8EE1-2691F3FA65A6}" presName="FourConn_1-2" presStyleLbl="fgAccFollowNode1" presStyleIdx="0" presStyleCnt="3">
        <dgm:presLayoutVars>
          <dgm:bulletEnabled val="1"/>
        </dgm:presLayoutVars>
      </dgm:prSet>
      <dgm:spPr/>
    </dgm:pt>
    <dgm:pt modelId="{D14911D9-7408-44B6-9A88-A00DE4C9770A}" type="pres">
      <dgm:prSet presAssocID="{57D6BBD5-EA1D-4C37-8EE1-2691F3FA65A6}" presName="FourConn_2-3" presStyleLbl="fgAccFollowNode1" presStyleIdx="1" presStyleCnt="3">
        <dgm:presLayoutVars>
          <dgm:bulletEnabled val="1"/>
        </dgm:presLayoutVars>
      </dgm:prSet>
      <dgm:spPr/>
    </dgm:pt>
    <dgm:pt modelId="{93FD477E-0CD8-4448-AF9E-B7D6B935008D}" type="pres">
      <dgm:prSet presAssocID="{57D6BBD5-EA1D-4C37-8EE1-2691F3FA65A6}" presName="FourConn_3-4" presStyleLbl="fgAccFollowNode1" presStyleIdx="2" presStyleCnt="3">
        <dgm:presLayoutVars>
          <dgm:bulletEnabled val="1"/>
        </dgm:presLayoutVars>
      </dgm:prSet>
      <dgm:spPr/>
    </dgm:pt>
    <dgm:pt modelId="{E1FBB0E6-B810-406C-9C1F-469E4907675C}" type="pres">
      <dgm:prSet presAssocID="{57D6BBD5-EA1D-4C37-8EE1-2691F3FA65A6}" presName="FourNodes_1_text" presStyleLbl="node1" presStyleIdx="3" presStyleCnt="4">
        <dgm:presLayoutVars>
          <dgm:bulletEnabled val="1"/>
        </dgm:presLayoutVars>
      </dgm:prSet>
      <dgm:spPr/>
    </dgm:pt>
    <dgm:pt modelId="{29F1B641-4343-46AE-B492-A88ACCA32F18}" type="pres">
      <dgm:prSet presAssocID="{57D6BBD5-EA1D-4C37-8EE1-2691F3FA65A6}" presName="FourNodes_2_text" presStyleLbl="node1" presStyleIdx="3" presStyleCnt="4">
        <dgm:presLayoutVars>
          <dgm:bulletEnabled val="1"/>
        </dgm:presLayoutVars>
      </dgm:prSet>
      <dgm:spPr/>
    </dgm:pt>
    <dgm:pt modelId="{1D9685E8-A929-4E26-8DE0-AE86B229DE6E}" type="pres">
      <dgm:prSet presAssocID="{57D6BBD5-EA1D-4C37-8EE1-2691F3FA65A6}" presName="FourNodes_3_text" presStyleLbl="node1" presStyleIdx="3" presStyleCnt="4">
        <dgm:presLayoutVars>
          <dgm:bulletEnabled val="1"/>
        </dgm:presLayoutVars>
      </dgm:prSet>
      <dgm:spPr/>
    </dgm:pt>
    <dgm:pt modelId="{A181026E-DB75-4934-A2B1-01A3D92D51F8}" type="pres">
      <dgm:prSet presAssocID="{57D6BBD5-EA1D-4C37-8EE1-2691F3FA65A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48E2D17-9D1C-4912-B90C-AC611B8D086F}" srcId="{57D6BBD5-EA1D-4C37-8EE1-2691F3FA65A6}" destId="{499C5010-6F8F-4159-A110-CED1D84281A1}" srcOrd="0" destOrd="0" parTransId="{4C1FC8C5-073D-41D6-A5B4-501416BBDA5A}" sibTransId="{79CD1FA7-4919-426C-9645-6760E4B84A89}"/>
    <dgm:cxn modelId="{B049EA20-EEEF-403C-BE2C-BD421B483EC3}" type="presOf" srcId="{3219712C-AC77-457F-B485-AAAEE304D31E}" destId="{66C04769-3EC1-4E85-821B-9E4715322C07}" srcOrd="0" destOrd="0" presId="urn:microsoft.com/office/officeart/2005/8/layout/vProcess5"/>
    <dgm:cxn modelId="{ED57B523-1265-430E-A8DF-600ED378F20C}" type="presOf" srcId="{EF03A0CA-6DE5-40E1-B10D-704049DC6829}" destId="{88D72B0D-55C8-442B-99EE-518301CB7791}" srcOrd="0" destOrd="0" presId="urn:microsoft.com/office/officeart/2005/8/layout/vProcess5"/>
    <dgm:cxn modelId="{A075EB36-098C-4F75-83F8-8BAF529834B2}" srcId="{57D6BBD5-EA1D-4C37-8EE1-2691F3FA65A6}" destId="{775DD70F-B09D-44EA-8088-DB05C1C6D653}" srcOrd="2" destOrd="0" parTransId="{11BEC7DB-A9DD-40D6-8266-FDA5D80E649B}" sibTransId="{9DDD523D-4750-445D-B595-B715659004BE}"/>
    <dgm:cxn modelId="{63167B5E-8D45-42F2-8171-7CB9848C0E94}" type="presOf" srcId="{3219712C-AC77-457F-B485-AAAEE304D31E}" destId="{A181026E-DB75-4934-A2B1-01A3D92D51F8}" srcOrd="1" destOrd="0" presId="urn:microsoft.com/office/officeart/2005/8/layout/vProcess5"/>
    <dgm:cxn modelId="{42FB4B6B-A94C-4443-98D6-F0BECBDE8086}" type="presOf" srcId="{E534AA9A-516D-4AA7-95AA-B9232AD53AC0}" destId="{D14911D9-7408-44B6-9A88-A00DE4C9770A}" srcOrd="0" destOrd="0" presId="urn:microsoft.com/office/officeart/2005/8/layout/vProcess5"/>
    <dgm:cxn modelId="{F7704D6F-1A89-4F42-9DE0-15B3F79EB21E}" srcId="{57D6BBD5-EA1D-4C37-8EE1-2691F3FA65A6}" destId="{3219712C-AC77-457F-B485-AAAEE304D31E}" srcOrd="3" destOrd="0" parTransId="{104DA5B9-675B-4C9D-9E00-2824F3147D7C}" sibTransId="{BFB32570-34CD-4CB4-912D-C8580EEC3F9C}"/>
    <dgm:cxn modelId="{E836EE70-79A9-43B5-ADB8-D49D94620E1A}" type="presOf" srcId="{499C5010-6F8F-4159-A110-CED1D84281A1}" destId="{E1FBB0E6-B810-406C-9C1F-469E4907675C}" srcOrd="1" destOrd="0" presId="urn:microsoft.com/office/officeart/2005/8/layout/vProcess5"/>
    <dgm:cxn modelId="{11829484-B1A7-4A2F-85FB-425A713D71DE}" type="presOf" srcId="{499C5010-6F8F-4159-A110-CED1D84281A1}" destId="{1AB1D2CD-E179-407F-A3F4-F282A5383FDE}" srcOrd="0" destOrd="0" presId="urn:microsoft.com/office/officeart/2005/8/layout/vProcess5"/>
    <dgm:cxn modelId="{09002F89-A52A-49B8-88C4-CE1A276D7349}" srcId="{57D6BBD5-EA1D-4C37-8EE1-2691F3FA65A6}" destId="{EF03A0CA-6DE5-40E1-B10D-704049DC6829}" srcOrd="1" destOrd="0" parTransId="{57899378-0D39-4D06-88C9-58AEECD14E0F}" sibTransId="{E534AA9A-516D-4AA7-95AA-B9232AD53AC0}"/>
    <dgm:cxn modelId="{CC021B8B-401F-4E79-BB94-1059952F6C08}" type="presOf" srcId="{9DDD523D-4750-445D-B595-B715659004BE}" destId="{93FD477E-0CD8-4448-AF9E-B7D6B935008D}" srcOrd="0" destOrd="0" presId="urn:microsoft.com/office/officeart/2005/8/layout/vProcess5"/>
    <dgm:cxn modelId="{49402294-E14D-42B5-AF5C-C0098E0B9075}" type="presOf" srcId="{79CD1FA7-4919-426C-9645-6760E4B84A89}" destId="{FA12E1C0-5482-41CA-B6BD-0536C5AAD8BD}" srcOrd="0" destOrd="0" presId="urn:microsoft.com/office/officeart/2005/8/layout/vProcess5"/>
    <dgm:cxn modelId="{26720FA9-318C-429B-8650-B64D95E8FB68}" type="presOf" srcId="{775DD70F-B09D-44EA-8088-DB05C1C6D653}" destId="{2B4A3D80-4E22-44DB-A2E5-6081DC1A9446}" srcOrd="0" destOrd="0" presId="urn:microsoft.com/office/officeart/2005/8/layout/vProcess5"/>
    <dgm:cxn modelId="{BE87C0BF-2094-4523-830B-24C278DEA02E}" type="presOf" srcId="{57D6BBD5-EA1D-4C37-8EE1-2691F3FA65A6}" destId="{84E1F570-455B-470B-9918-B998B96C2983}" srcOrd="0" destOrd="0" presId="urn:microsoft.com/office/officeart/2005/8/layout/vProcess5"/>
    <dgm:cxn modelId="{936815C0-EA24-496E-A088-F25DB7A1A94C}" type="presOf" srcId="{EF03A0CA-6DE5-40E1-B10D-704049DC6829}" destId="{29F1B641-4343-46AE-B492-A88ACCA32F18}" srcOrd="1" destOrd="0" presId="urn:microsoft.com/office/officeart/2005/8/layout/vProcess5"/>
    <dgm:cxn modelId="{8B2B67F2-6800-4390-9997-BC5ED4794EDA}" type="presOf" srcId="{775DD70F-B09D-44EA-8088-DB05C1C6D653}" destId="{1D9685E8-A929-4E26-8DE0-AE86B229DE6E}" srcOrd="1" destOrd="0" presId="urn:microsoft.com/office/officeart/2005/8/layout/vProcess5"/>
    <dgm:cxn modelId="{D29808C9-0EE4-49A6-BA41-DE7857BCC71C}" type="presParOf" srcId="{84E1F570-455B-470B-9918-B998B96C2983}" destId="{48EF9340-562C-4BDC-8895-4E713A739922}" srcOrd="0" destOrd="0" presId="urn:microsoft.com/office/officeart/2005/8/layout/vProcess5"/>
    <dgm:cxn modelId="{FCF86AD1-25D8-4E09-A544-3BAAC1551D7F}" type="presParOf" srcId="{84E1F570-455B-470B-9918-B998B96C2983}" destId="{1AB1D2CD-E179-407F-A3F4-F282A5383FDE}" srcOrd="1" destOrd="0" presId="urn:microsoft.com/office/officeart/2005/8/layout/vProcess5"/>
    <dgm:cxn modelId="{EFE6F9D9-4AF6-4E05-B061-33C55170E7C1}" type="presParOf" srcId="{84E1F570-455B-470B-9918-B998B96C2983}" destId="{88D72B0D-55C8-442B-99EE-518301CB7791}" srcOrd="2" destOrd="0" presId="urn:microsoft.com/office/officeart/2005/8/layout/vProcess5"/>
    <dgm:cxn modelId="{C4C325AD-3204-43A9-AEAA-6F3AF39ABDE7}" type="presParOf" srcId="{84E1F570-455B-470B-9918-B998B96C2983}" destId="{2B4A3D80-4E22-44DB-A2E5-6081DC1A9446}" srcOrd="3" destOrd="0" presId="urn:microsoft.com/office/officeart/2005/8/layout/vProcess5"/>
    <dgm:cxn modelId="{1E70A11B-D34B-48AA-AC54-2DA5C5B1BFA8}" type="presParOf" srcId="{84E1F570-455B-470B-9918-B998B96C2983}" destId="{66C04769-3EC1-4E85-821B-9E4715322C07}" srcOrd="4" destOrd="0" presId="urn:microsoft.com/office/officeart/2005/8/layout/vProcess5"/>
    <dgm:cxn modelId="{4E7A9401-9BB0-4742-A268-AFA23B5ED2FD}" type="presParOf" srcId="{84E1F570-455B-470B-9918-B998B96C2983}" destId="{FA12E1C0-5482-41CA-B6BD-0536C5AAD8BD}" srcOrd="5" destOrd="0" presId="urn:microsoft.com/office/officeart/2005/8/layout/vProcess5"/>
    <dgm:cxn modelId="{C5CE348F-59F2-458E-A6CA-07362FDDF1B3}" type="presParOf" srcId="{84E1F570-455B-470B-9918-B998B96C2983}" destId="{D14911D9-7408-44B6-9A88-A00DE4C9770A}" srcOrd="6" destOrd="0" presId="urn:microsoft.com/office/officeart/2005/8/layout/vProcess5"/>
    <dgm:cxn modelId="{7E261707-D09D-4C96-AD2C-3AF1B9E4388B}" type="presParOf" srcId="{84E1F570-455B-470B-9918-B998B96C2983}" destId="{93FD477E-0CD8-4448-AF9E-B7D6B935008D}" srcOrd="7" destOrd="0" presId="urn:microsoft.com/office/officeart/2005/8/layout/vProcess5"/>
    <dgm:cxn modelId="{5E44378B-0D78-42A8-A780-27740DEFD34C}" type="presParOf" srcId="{84E1F570-455B-470B-9918-B998B96C2983}" destId="{E1FBB0E6-B810-406C-9C1F-469E4907675C}" srcOrd="8" destOrd="0" presId="urn:microsoft.com/office/officeart/2005/8/layout/vProcess5"/>
    <dgm:cxn modelId="{4C747DE2-D223-46C8-A03F-4F4A898BE33F}" type="presParOf" srcId="{84E1F570-455B-470B-9918-B998B96C2983}" destId="{29F1B641-4343-46AE-B492-A88ACCA32F18}" srcOrd="9" destOrd="0" presId="urn:microsoft.com/office/officeart/2005/8/layout/vProcess5"/>
    <dgm:cxn modelId="{3E135D7E-BD3C-4AA9-9387-BD0170B67EA0}" type="presParOf" srcId="{84E1F570-455B-470B-9918-B998B96C2983}" destId="{1D9685E8-A929-4E26-8DE0-AE86B229DE6E}" srcOrd="10" destOrd="0" presId="urn:microsoft.com/office/officeart/2005/8/layout/vProcess5"/>
    <dgm:cxn modelId="{8F85E905-C07F-4A02-9459-F7E599C19803}" type="presParOf" srcId="{84E1F570-455B-470B-9918-B998B96C2983}" destId="{A181026E-DB75-4934-A2B1-01A3D92D51F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411F66-33C9-41EE-B3C8-67F92E57D9FF}" type="doc">
      <dgm:prSet loTypeId="urn:microsoft.com/office/officeart/2005/8/layout/hierarchy2" loCatId="hierarchy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38F4542-2B91-4324-A12E-85CCE8B06A5F}">
      <dgm:prSet/>
      <dgm:spPr/>
      <dgm:t>
        <a:bodyPr/>
        <a:lstStyle/>
        <a:p>
          <a:r>
            <a:rPr lang="pt-BR" noProof="0" dirty="0"/>
            <a:t>Upload do arquivo XML</a:t>
          </a:r>
        </a:p>
      </dgm:t>
    </dgm:pt>
    <dgm:pt modelId="{69B57E19-0D3A-4C8E-BF3D-94320075D672}" type="parTrans" cxnId="{0B454DEC-7107-4F79-BA15-B33DF136EDC6}">
      <dgm:prSet/>
      <dgm:spPr/>
      <dgm:t>
        <a:bodyPr/>
        <a:lstStyle/>
        <a:p>
          <a:endParaRPr lang="en-US"/>
        </a:p>
      </dgm:t>
    </dgm:pt>
    <dgm:pt modelId="{4E1AFDD1-F94A-4B4C-A91C-B4B4DC2F4403}" type="sibTrans" cxnId="{0B454DEC-7107-4F79-BA15-B33DF136EDC6}">
      <dgm:prSet/>
      <dgm:spPr/>
      <dgm:t>
        <a:bodyPr/>
        <a:lstStyle/>
        <a:p>
          <a:endParaRPr lang="en-US"/>
        </a:p>
      </dgm:t>
    </dgm:pt>
    <dgm:pt modelId="{95BFD516-E04D-4CEE-A918-2F88E941C824}">
      <dgm:prSet/>
      <dgm:spPr/>
      <dgm:t>
        <a:bodyPr/>
        <a:lstStyle/>
        <a:p>
          <a:r>
            <a:rPr lang="pt-BR" noProof="0" dirty="0"/>
            <a:t>Remoção de </a:t>
          </a:r>
          <a:r>
            <a:rPr lang="pt-BR" noProof="0" dirty="0" err="1"/>
            <a:t>namespaces</a:t>
          </a:r>
          <a:r>
            <a:rPr lang="pt-BR" noProof="0" dirty="0"/>
            <a:t> e </a:t>
          </a:r>
          <a:r>
            <a:rPr lang="pt-BR" noProof="0" dirty="0" err="1"/>
            <a:t>parsing</a:t>
          </a:r>
          <a:r>
            <a:rPr lang="pt-BR" noProof="0" dirty="0"/>
            <a:t> com </a:t>
          </a:r>
          <a:r>
            <a:rPr lang="pt-BR" noProof="0" dirty="0" err="1"/>
            <a:t>ElementTree</a:t>
          </a:r>
          <a:endParaRPr lang="pt-BR" noProof="0" dirty="0"/>
        </a:p>
      </dgm:t>
    </dgm:pt>
    <dgm:pt modelId="{F326E16A-CEEB-4A8E-A832-263EF819EFE3}" type="parTrans" cxnId="{86BE398F-2900-4B8F-A780-32233E59997E}">
      <dgm:prSet/>
      <dgm:spPr/>
      <dgm:t>
        <a:bodyPr/>
        <a:lstStyle/>
        <a:p>
          <a:endParaRPr lang="en-US"/>
        </a:p>
      </dgm:t>
    </dgm:pt>
    <dgm:pt modelId="{E74C53CE-5AA4-4EE6-AFBD-5920A4888277}" type="sibTrans" cxnId="{86BE398F-2900-4B8F-A780-32233E59997E}">
      <dgm:prSet/>
      <dgm:spPr/>
      <dgm:t>
        <a:bodyPr/>
        <a:lstStyle/>
        <a:p>
          <a:endParaRPr lang="en-US"/>
        </a:p>
      </dgm:t>
    </dgm:pt>
    <dgm:pt modelId="{CB1D468E-AE59-4FA5-A182-87DB43A16C23}">
      <dgm:prSet/>
      <dgm:spPr/>
      <dgm:t>
        <a:bodyPr/>
        <a:lstStyle/>
        <a:p>
          <a:r>
            <a:rPr lang="pt-BR" noProof="0" dirty="0"/>
            <a:t>Validação com </a:t>
          </a:r>
          <a:r>
            <a:rPr lang="pt-BR" noProof="0" dirty="0" err="1"/>
            <a:t>schema</a:t>
          </a:r>
          <a:r>
            <a:rPr lang="pt-BR" noProof="0" dirty="0"/>
            <a:t> </a:t>
          </a:r>
          <a:r>
            <a:rPr lang="pt-BR" noProof="0" dirty="0" err="1"/>
            <a:t>Pydantic</a:t>
          </a:r>
          <a:r>
            <a:rPr lang="pt-BR" noProof="0" dirty="0"/>
            <a:t> e renderização no dashboard</a:t>
          </a:r>
        </a:p>
      </dgm:t>
    </dgm:pt>
    <dgm:pt modelId="{FDEFCB1D-A6E3-4CC3-AD92-2E5D35B3821F}" type="parTrans" cxnId="{D356485B-F6CA-465C-8B0A-A414B5C5A860}">
      <dgm:prSet/>
      <dgm:spPr/>
      <dgm:t>
        <a:bodyPr/>
        <a:lstStyle/>
        <a:p>
          <a:endParaRPr lang="en-US"/>
        </a:p>
      </dgm:t>
    </dgm:pt>
    <dgm:pt modelId="{7541310F-A40F-4404-950D-8BC76656F875}" type="sibTrans" cxnId="{D356485B-F6CA-465C-8B0A-A414B5C5A860}">
      <dgm:prSet/>
      <dgm:spPr/>
      <dgm:t>
        <a:bodyPr/>
        <a:lstStyle/>
        <a:p>
          <a:endParaRPr lang="en-US"/>
        </a:p>
      </dgm:t>
    </dgm:pt>
    <dgm:pt modelId="{B547219B-3AFD-4AAC-9D74-AF309AB816F2}">
      <dgm:prSet/>
      <dgm:spPr/>
      <dgm:t>
        <a:bodyPr/>
        <a:lstStyle/>
        <a:p>
          <a:r>
            <a:rPr lang="pt-BR" noProof="0" dirty="0"/>
            <a:t>Extração direta de campos estruturados</a:t>
          </a:r>
        </a:p>
      </dgm:t>
    </dgm:pt>
    <dgm:pt modelId="{21F5FE62-CB1D-4750-BC6F-AEB32BDB0F59}" type="parTrans" cxnId="{6D5033A0-0546-46A4-BA4F-ABD60702D641}">
      <dgm:prSet/>
      <dgm:spPr/>
      <dgm:t>
        <a:bodyPr/>
        <a:lstStyle/>
        <a:p>
          <a:endParaRPr lang="en-US"/>
        </a:p>
      </dgm:t>
    </dgm:pt>
    <dgm:pt modelId="{429DF352-6FCB-4739-97D4-4038A72053AB}" type="sibTrans" cxnId="{6D5033A0-0546-46A4-BA4F-ABD60702D641}">
      <dgm:prSet/>
      <dgm:spPr/>
      <dgm:t>
        <a:bodyPr/>
        <a:lstStyle/>
        <a:p>
          <a:endParaRPr lang="en-US"/>
        </a:p>
      </dgm:t>
    </dgm:pt>
    <dgm:pt modelId="{49B3509A-BC93-44E6-AD7A-FFEFDB39BFF9}">
      <dgm:prSet/>
      <dgm:spPr/>
      <dgm:t>
        <a:bodyPr/>
        <a:lstStyle/>
        <a:p>
          <a:r>
            <a:rPr lang="pt-BR" noProof="0" dirty="0"/>
            <a:t>Dados do emitente e destinatário</a:t>
          </a:r>
        </a:p>
      </dgm:t>
    </dgm:pt>
    <dgm:pt modelId="{64100949-D284-4D6D-92B9-B5EE3E89FE2F}" type="parTrans" cxnId="{DCA29814-33EF-4570-8F03-925139D39BC3}">
      <dgm:prSet/>
      <dgm:spPr/>
      <dgm:t>
        <a:bodyPr/>
        <a:lstStyle/>
        <a:p>
          <a:endParaRPr lang="en-US"/>
        </a:p>
      </dgm:t>
    </dgm:pt>
    <dgm:pt modelId="{E3C76998-2E30-4B3E-BF3B-7EAC95E7917E}" type="sibTrans" cxnId="{DCA29814-33EF-4570-8F03-925139D39BC3}">
      <dgm:prSet/>
      <dgm:spPr/>
      <dgm:t>
        <a:bodyPr/>
        <a:lstStyle/>
        <a:p>
          <a:endParaRPr lang="en-US"/>
        </a:p>
      </dgm:t>
    </dgm:pt>
    <dgm:pt modelId="{3C4A7174-D1D0-4ACC-ABA8-D5F24C6C40B0}">
      <dgm:prSet/>
      <dgm:spPr/>
      <dgm:t>
        <a:bodyPr/>
        <a:lstStyle/>
        <a:p>
          <a:r>
            <a:rPr lang="pt-BR" noProof="0" dirty="0"/>
            <a:t>Itens com códigos CFOP e CST</a:t>
          </a:r>
        </a:p>
      </dgm:t>
    </dgm:pt>
    <dgm:pt modelId="{4B6584D0-4F95-4BAC-8822-7BEFCD9551CB}" type="parTrans" cxnId="{02A6DC4A-804F-4D4C-84ED-D7A06BD114A4}">
      <dgm:prSet/>
      <dgm:spPr/>
      <dgm:t>
        <a:bodyPr/>
        <a:lstStyle/>
        <a:p>
          <a:endParaRPr lang="en-US"/>
        </a:p>
      </dgm:t>
    </dgm:pt>
    <dgm:pt modelId="{0B5E0C35-8133-4D16-9929-14A15F741A4F}" type="sibTrans" cxnId="{02A6DC4A-804F-4D4C-84ED-D7A06BD114A4}">
      <dgm:prSet/>
      <dgm:spPr/>
      <dgm:t>
        <a:bodyPr/>
        <a:lstStyle/>
        <a:p>
          <a:endParaRPr lang="en-US"/>
        </a:p>
      </dgm:t>
    </dgm:pt>
    <dgm:pt modelId="{529F1D0F-4636-45FF-9CCD-B7C8CCFA12B4}">
      <dgm:prSet/>
      <dgm:spPr/>
      <dgm:t>
        <a:bodyPr/>
        <a:lstStyle/>
        <a:p>
          <a:r>
            <a:rPr lang="pt-BR" noProof="0" dirty="0"/>
            <a:t>Totais de impostos (ICMS, IPI, PIS, COFINS)</a:t>
          </a:r>
        </a:p>
      </dgm:t>
    </dgm:pt>
    <dgm:pt modelId="{C07BD181-DF28-4355-9A62-ADE2954B9D44}" type="parTrans" cxnId="{95A0DA52-24E3-4F7F-9D54-41E10F4033F7}">
      <dgm:prSet/>
      <dgm:spPr/>
      <dgm:t>
        <a:bodyPr/>
        <a:lstStyle/>
        <a:p>
          <a:endParaRPr lang="en-US"/>
        </a:p>
      </dgm:t>
    </dgm:pt>
    <dgm:pt modelId="{3F88368F-C5F1-4D52-B9FB-FBC7572FB4E5}" type="sibTrans" cxnId="{95A0DA52-24E3-4F7F-9D54-41E10F4033F7}">
      <dgm:prSet/>
      <dgm:spPr/>
      <dgm:t>
        <a:bodyPr/>
        <a:lstStyle/>
        <a:p>
          <a:endParaRPr lang="en-US"/>
        </a:p>
      </dgm:t>
    </dgm:pt>
    <dgm:pt modelId="{4B69D248-9FE8-4913-912A-D42788FFF26D}" type="pres">
      <dgm:prSet presAssocID="{D5411F66-33C9-41EE-B3C8-67F92E57D9F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3618810-0399-42B5-9828-01DF519A4424}" type="pres">
      <dgm:prSet presAssocID="{938F4542-2B91-4324-A12E-85CCE8B06A5F}" presName="root1" presStyleCnt="0"/>
      <dgm:spPr/>
    </dgm:pt>
    <dgm:pt modelId="{2104D2F5-E9FC-4467-B800-ECADF6541ADA}" type="pres">
      <dgm:prSet presAssocID="{938F4542-2B91-4324-A12E-85CCE8B06A5F}" presName="LevelOneTextNode" presStyleLbl="node0" presStyleIdx="0" presStyleCnt="4">
        <dgm:presLayoutVars>
          <dgm:chPref val="3"/>
        </dgm:presLayoutVars>
      </dgm:prSet>
      <dgm:spPr/>
    </dgm:pt>
    <dgm:pt modelId="{322CC99B-57FD-4A45-8E37-CF4F2B40B6BF}" type="pres">
      <dgm:prSet presAssocID="{938F4542-2B91-4324-A12E-85CCE8B06A5F}" presName="level2hierChild" presStyleCnt="0"/>
      <dgm:spPr/>
    </dgm:pt>
    <dgm:pt modelId="{61D56A60-9F57-4A58-B297-7A6A2510E4FA}" type="pres">
      <dgm:prSet presAssocID="{95BFD516-E04D-4CEE-A918-2F88E941C824}" presName="root1" presStyleCnt="0"/>
      <dgm:spPr/>
    </dgm:pt>
    <dgm:pt modelId="{7450BDC2-81C1-400A-9598-5378606CD4FE}" type="pres">
      <dgm:prSet presAssocID="{95BFD516-E04D-4CEE-A918-2F88E941C824}" presName="LevelOneTextNode" presStyleLbl="node0" presStyleIdx="1" presStyleCnt="4">
        <dgm:presLayoutVars>
          <dgm:chPref val="3"/>
        </dgm:presLayoutVars>
      </dgm:prSet>
      <dgm:spPr/>
    </dgm:pt>
    <dgm:pt modelId="{61A48CE5-74DC-4E91-81A8-F79794F50211}" type="pres">
      <dgm:prSet presAssocID="{95BFD516-E04D-4CEE-A918-2F88E941C824}" presName="level2hierChild" presStyleCnt="0"/>
      <dgm:spPr/>
    </dgm:pt>
    <dgm:pt modelId="{1230ECBF-7062-4A04-9292-D0F328F3CAB4}" type="pres">
      <dgm:prSet presAssocID="{CB1D468E-AE59-4FA5-A182-87DB43A16C23}" presName="root1" presStyleCnt="0"/>
      <dgm:spPr/>
    </dgm:pt>
    <dgm:pt modelId="{AF386B23-7B23-49AD-BE7B-A02945C2F2B3}" type="pres">
      <dgm:prSet presAssocID="{CB1D468E-AE59-4FA5-A182-87DB43A16C23}" presName="LevelOneTextNode" presStyleLbl="node0" presStyleIdx="2" presStyleCnt="4">
        <dgm:presLayoutVars>
          <dgm:chPref val="3"/>
        </dgm:presLayoutVars>
      </dgm:prSet>
      <dgm:spPr/>
    </dgm:pt>
    <dgm:pt modelId="{805C6F9A-5A65-4577-A5E0-57B694276630}" type="pres">
      <dgm:prSet presAssocID="{CB1D468E-AE59-4FA5-A182-87DB43A16C23}" presName="level2hierChild" presStyleCnt="0"/>
      <dgm:spPr/>
    </dgm:pt>
    <dgm:pt modelId="{81B97DC8-508A-4D4A-94BE-3DCF01BF0B29}" type="pres">
      <dgm:prSet presAssocID="{B547219B-3AFD-4AAC-9D74-AF309AB816F2}" presName="root1" presStyleCnt="0"/>
      <dgm:spPr/>
    </dgm:pt>
    <dgm:pt modelId="{1117CB7B-8D3E-473D-856C-751303E7B379}" type="pres">
      <dgm:prSet presAssocID="{B547219B-3AFD-4AAC-9D74-AF309AB816F2}" presName="LevelOneTextNode" presStyleLbl="node0" presStyleIdx="3" presStyleCnt="4">
        <dgm:presLayoutVars>
          <dgm:chPref val="3"/>
        </dgm:presLayoutVars>
      </dgm:prSet>
      <dgm:spPr/>
    </dgm:pt>
    <dgm:pt modelId="{C505087F-EFFD-4ED1-9399-499D201C58D9}" type="pres">
      <dgm:prSet presAssocID="{B547219B-3AFD-4AAC-9D74-AF309AB816F2}" presName="level2hierChild" presStyleCnt="0"/>
      <dgm:spPr/>
    </dgm:pt>
    <dgm:pt modelId="{68F2D36C-60B1-4D70-8E59-7737CFDB7F12}" type="pres">
      <dgm:prSet presAssocID="{64100949-D284-4D6D-92B9-B5EE3E89FE2F}" presName="conn2-1" presStyleLbl="parChTrans1D2" presStyleIdx="0" presStyleCnt="3"/>
      <dgm:spPr/>
    </dgm:pt>
    <dgm:pt modelId="{D6673CC5-FA15-407B-A45A-114063571708}" type="pres">
      <dgm:prSet presAssocID="{64100949-D284-4D6D-92B9-B5EE3E89FE2F}" presName="connTx" presStyleLbl="parChTrans1D2" presStyleIdx="0" presStyleCnt="3"/>
      <dgm:spPr/>
    </dgm:pt>
    <dgm:pt modelId="{80460C60-912C-42F5-B516-B9CA5EFC8939}" type="pres">
      <dgm:prSet presAssocID="{49B3509A-BC93-44E6-AD7A-FFEFDB39BFF9}" presName="root2" presStyleCnt="0"/>
      <dgm:spPr/>
    </dgm:pt>
    <dgm:pt modelId="{FA65EF27-7383-4615-BFAA-7B9B98598FE1}" type="pres">
      <dgm:prSet presAssocID="{49B3509A-BC93-44E6-AD7A-FFEFDB39BFF9}" presName="LevelTwoTextNode" presStyleLbl="node2" presStyleIdx="0" presStyleCnt="3">
        <dgm:presLayoutVars>
          <dgm:chPref val="3"/>
        </dgm:presLayoutVars>
      </dgm:prSet>
      <dgm:spPr/>
    </dgm:pt>
    <dgm:pt modelId="{5CB142E7-CDD4-474E-A046-A3E54B07FF23}" type="pres">
      <dgm:prSet presAssocID="{49B3509A-BC93-44E6-AD7A-FFEFDB39BFF9}" presName="level3hierChild" presStyleCnt="0"/>
      <dgm:spPr/>
    </dgm:pt>
    <dgm:pt modelId="{B653DFFD-AD00-40E9-BFE8-E34E6EBB851B}" type="pres">
      <dgm:prSet presAssocID="{4B6584D0-4F95-4BAC-8822-7BEFCD9551CB}" presName="conn2-1" presStyleLbl="parChTrans1D2" presStyleIdx="1" presStyleCnt="3"/>
      <dgm:spPr/>
    </dgm:pt>
    <dgm:pt modelId="{C95D8E51-827C-4B69-9DCC-346F447EE3E7}" type="pres">
      <dgm:prSet presAssocID="{4B6584D0-4F95-4BAC-8822-7BEFCD9551CB}" presName="connTx" presStyleLbl="parChTrans1D2" presStyleIdx="1" presStyleCnt="3"/>
      <dgm:spPr/>
    </dgm:pt>
    <dgm:pt modelId="{DE52A522-6496-42D7-BEAB-09A89D7673DC}" type="pres">
      <dgm:prSet presAssocID="{3C4A7174-D1D0-4ACC-ABA8-D5F24C6C40B0}" presName="root2" presStyleCnt="0"/>
      <dgm:spPr/>
    </dgm:pt>
    <dgm:pt modelId="{1FFACD06-F8EB-494C-85B6-98544B4068DD}" type="pres">
      <dgm:prSet presAssocID="{3C4A7174-D1D0-4ACC-ABA8-D5F24C6C40B0}" presName="LevelTwoTextNode" presStyleLbl="node2" presStyleIdx="1" presStyleCnt="3">
        <dgm:presLayoutVars>
          <dgm:chPref val="3"/>
        </dgm:presLayoutVars>
      </dgm:prSet>
      <dgm:spPr/>
    </dgm:pt>
    <dgm:pt modelId="{8CBA5316-78DF-4C93-944E-FA6DF4AB375E}" type="pres">
      <dgm:prSet presAssocID="{3C4A7174-D1D0-4ACC-ABA8-D5F24C6C40B0}" presName="level3hierChild" presStyleCnt="0"/>
      <dgm:spPr/>
    </dgm:pt>
    <dgm:pt modelId="{E876E3E8-6130-4DEC-BEC4-2C7963A20E04}" type="pres">
      <dgm:prSet presAssocID="{C07BD181-DF28-4355-9A62-ADE2954B9D44}" presName="conn2-1" presStyleLbl="parChTrans1D2" presStyleIdx="2" presStyleCnt="3"/>
      <dgm:spPr/>
    </dgm:pt>
    <dgm:pt modelId="{64EA06D0-5390-4C8F-9DBD-ABA5BA0ADE1C}" type="pres">
      <dgm:prSet presAssocID="{C07BD181-DF28-4355-9A62-ADE2954B9D44}" presName="connTx" presStyleLbl="parChTrans1D2" presStyleIdx="2" presStyleCnt="3"/>
      <dgm:spPr/>
    </dgm:pt>
    <dgm:pt modelId="{FFCDF5B8-975D-4F87-BA23-5E127DECE696}" type="pres">
      <dgm:prSet presAssocID="{529F1D0F-4636-45FF-9CCD-B7C8CCFA12B4}" presName="root2" presStyleCnt="0"/>
      <dgm:spPr/>
    </dgm:pt>
    <dgm:pt modelId="{6BDF9D2D-CB17-455E-BC3B-D7DA5E1AFCDE}" type="pres">
      <dgm:prSet presAssocID="{529F1D0F-4636-45FF-9CCD-B7C8CCFA12B4}" presName="LevelTwoTextNode" presStyleLbl="node2" presStyleIdx="2" presStyleCnt="3">
        <dgm:presLayoutVars>
          <dgm:chPref val="3"/>
        </dgm:presLayoutVars>
      </dgm:prSet>
      <dgm:spPr/>
    </dgm:pt>
    <dgm:pt modelId="{40E15256-CE53-4CA1-9438-67F1613A4C7D}" type="pres">
      <dgm:prSet presAssocID="{529F1D0F-4636-45FF-9CCD-B7C8CCFA12B4}" presName="level3hierChild" presStyleCnt="0"/>
      <dgm:spPr/>
    </dgm:pt>
  </dgm:ptLst>
  <dgm:cxnLst>
    <dgm:cxn modelId="{9C634B09-D95E-429E-820A-69A7C0889E16}" type="presOf" srcId="{C07BD181-DF28-4355-9A62-ADE2954B9D44}" destId="{E876E3E8-6130-4DEC-BEC4-2C7963A20E04}" srcOrd="0" destOrd="0" presId="urn:microsoft.com/office/officeart/2005/8/layout/hierarchy2"/>
    <dgm:cxn modelId="{DCA29814-33EF-4570-8F03-925139D39BC3}" srcId="{B547219B-3AFD-4AAC-9D74-AF309AB816F2}" destId="{49B3509A-BC93-44E6-AD7A-FFEFDB39BFF9}" srcOrd="0" destOrd="0" parTransId="{64100949-D284-4D6D-92B9-B5EE3E89FE2F}" sibTransId="{E3C76998-2E30-4B3E-BF3B-7EAC95E7917E}"/>
    <dgm:cxn modelId="{4166A01B-2F8D-4316-B7C9-B1FDF02CBF4E}" type="presOf" srcId="{C07BD181-DF28-4355-9A62-ADE2954B9D44}" destId="{64EA06D0-5390-4C8F-9DBD-ABA5BA0ADE1C}" srcOrd="1" destOrd="0" presId="urn:microsoft.com/office/officeart/2005/8/layout/hierarchy2"/>
    <dgm:cxn modelId="{F62F0A5B-4C92-4AFB-8E7F-50AA22D7C0A5}" type="presOf" srcId="{3C4A7174-D1D0-4ACC-ABA8-D5F24C6C40B0}" destId="{1FFACD06-F8EB-494C-85B6-98544B4068DD}" srcOrd="0" destOrd="0" presId="urn:microsoft.com/office/officeart/2005/8/layout/hierarchy2"/>
    <dgm:cxn modelId="{D356485B-F6CA-465C-8B0A-A414B5C5A860}" srcId="{D5411F66-33C9-41EE-B3C8-67F92E57D9FF}" destId="{CB1D468E-AE59-4FA5-A182-87DB43A16C23}" srcOrd="2" destOrd="0" parTransId="{FDEFCB1D-A6E3-4CC3-AD92-2E5D35B3821F}" sibTransId="{7541310F-A40F-4404-950D-8BC76656F875}"/>
    <dgm:cxn modelId="{A22BCD5B-044A-49E7-BB39-C09FEAC78424}" type="presOf" srcId="{95BFD516-E04D-4CEE-A918-2F88E941C824}" destId="{7450BDC2-81C1-400A-9598-5378606CD4FE}" srcOrd="0" destOrd="0" presId="urn:microsoft.com/office/officeart/2005/8/layout/hierarchy2"/>
    <dgm:cxn modelId="{02A6DC4A-804F-4D4C-84ED-D7A06BD114A4}" srcId="{B547219B-3AFD-4AAC-9D74-AF309AB816F2}" destId="{3C4A7174-D1D0-4ACC-ABA8-D5F24C6C40B0}" srcOrd="1" destOrd="0" parTransId="{4B6584D0-4F95-4BAC-8822-7BEFCD9551CB}" sibTransId="{0B5E0C35-8133-4D16-9929-14A15F741A4F}"/>
    <dgm:cxn modelId="{475DFA6F-7A90-465C-A136-13340F4D786E}" type="presOf" srcId="{64100949-D284-4D6D-92B9-B5EE3E89FE2F}" destId="{D6673CC5-FA15-407B-A45A-114063571708}" srcOrd="1" destOrd="0" presId="urn:microsoft.com/office/officeart/2005/8/layout/hierarchy2"/>
    <dgm:cxn modelId="{95A0DA52-24E3-4F7F-9D54-41E10F4033F7}" srcId="{B547219B-3AFD-4AAC-9D74-AF309AB816F2}" destId="{529F1D0F-4636-45FF-9CCD-B7C8CCFA12B4}" srcOrd="2" destOrd="0" parTransId="{C07BD181-DF28-4355-9A62-ADE2954B9D44}" sibTransId="{3F88368F-C5F1-4D52-B9FB-FBC7572FB4E5}"/>
    <dgm:cxn modelId="{C020B277-EBCB-403A-BA26-6B6192B345C2}" type="presOf" srcId="{64100949-D284-4D6D-92B9-B5EE3E89FE2F}" destId="{68F2D36C-60B1-4D70-8E59-7737CFDB7F12}" srcOrd="0" destOrd="0" presId="urn:microsoft.com/office/officeart/2005/8/layout/hierarchy2"/>
    <dgm:cxn modelId="{53E1AD7C-9B5C-4354-ACBF-5D048CC52F50}" type="presOf" srcId="{49B3509A-BC93-44E6-AD7A-FFEFDB39BFF9}" destId="{FA65EF27-7383-4615-BFAA-7B9B98598FE1}" srcOrd="0" destOrd="0" presId="urn:microsoft.com/office/officeart/2005/8/layout/hierarchy2"/>
    <dgm:cxn modelId="{86BE398F-2900-4B8F-A780-32233E59997E}" srcId="{D5411F66-33C9-41EE-B3C8-67F92E57D9FF}" destId="{95BFD516-E04D-4CEE-A918-2F88E941C824}" srcOrd="1" destOrd="0" parTransId="{F326E16A-CEEB-4A8E-A832-263EF819EFE3}" sibTransId="{E74C53CE-5AA4-4EE6-AFBD-5920A4888277}"/>
    <dgm:cxn modelId="{462AE68F-3FDB-47EC-BCDE-0D5D8841DE09}" type="presOf" srcId="{529F1D0F-4636-45FF-9CCD-B7C8CCFA12B4}" destId="{6BDF9D2D-CB17-455E-BC3B-D7DA5E1AFCDE}" srcOrd="0" destOrd="0" presId="urn:microsoft.com/office/officeart/2005/8/layout/hierarchy2"/>
    <dgm:cxn modelId="{B56E8293-303A-4C94-9303-8A6F36347E6C}" type="presOf" srcId="{B547219B-3AFD-4AAC-9D74-AF309AB816F2}" destId="{1117CB7B-8D3E-473D-856C-751303E7B379}" srcOrd="0" destOrd="0" presId="urn:microsoft.com/office/officeart/2005/8/layout/hierarchy2"/>
    <dgm:cxn modelId="{6D5033A0-0546-46A4-BA4F-ABD60702D641}" srcId="{D5411F66-33C9-41EE-B3C8-67F92E57D9FF}" destId="{B547219B-3AFD-4AAC-9D74-AF309AB816F2}" srcOrd="3" destOrd="0" parTransId="{21F5FE62-CB1D-4750-BC6F-AEB32BDB0F59}" sibTransId="{429DF352-6FCB-4739-97D4-4038A72053AB}"/>
    <dgm:cxn modelId="{D81691A1-E6D6-4FC7-858F-5814EA5431F0}" type="presOf" srcId="{4B6584D0-4F95-4BAC-8822-7BEFCD9551CB}" destId="{C95D8E51-827C-4B69-9DCC-346F447EE3E7}" srcOrd="1" destOrd="0" presId="urn:microsoft.com/office/officeart/2005/8/layout/hierarchy2"/>
    <dgm:cxn modelId="{046147BD-FB64-48BA-A1AB-D8228AF0E4E2}" type="presOf" srcId="{938F4542-2B91-4324-A12E-85CCE8B06A5F}" destId="{2104D2F5-E9FC-4467-B800-ECADF6541ADA}" srcOrd="0" destOrd="0" presId="urn:microsoft.com/office/officeart/2005/8/layout/hierarchy2"/>
    <dgm:cxn modelId="{910F14C3-4FC5-4EEF-A2C5-F4FC401AF047}" type="presOf" srcId="{D5411F66-33C9-41EE-B3C8-67F92E57D9FF}" destId="{4B69D248-9FE8-4913-912A-D42788FFF26D}" srcOrd="0" destOrd="0" presId="urn:microsoft.com/office/officeart/2005/8/layout/hierarchy2"/>
    <dgm:cxn modelId="{F1FD75C7-D83D-426A-A3B4-4064FD267B74}" type="presOf" srcId="{CB1D468E-AE59-4FA5-A182-87DB43A16C23}" destId="{AF386B23-7B23-49AD-BE7B-A02945C2F2B3}" srcOrd="0" destOrd="0" presId="urn:microsoft.com/office/officeart/2005/8/layout/hierarchy2"/>
    <dgm:cxn modelId="{0B454DEC-7107-4F79-BA15-B33DF136EDC6}" srcId="{D5411F66-33C9-41EE-B3C8-67F92E57D9FF}" destId="{938F4542-2B91-4324-A12E-85CCE8B06A5F}" srcOrd="0" destOrd="0" parTransId="{69B57E19-0D3A-4C8E-BF3D-94320075D672}" sibTransId="{4E1AFDD1-F94A-4B4C-A91C-B4B4DC2F4403}"/>
    <dgm:cxn modelId="{0CB7AFEE-332E-4AAD-98C4-616252741F43}" type="presOf" srcId="{4B6584D0-4F95-4BAC-8822-7BEFCD9551CB}" destId="{B653DFFD-AD00-40E9-BFE8-E34E6EBB851B}" srcOrd="0" destOrd="0" presId="urn:microsoft.com/office/officeart/2005/8/layout/hierarchy2"/>
    <dgm:cxn modelId="{AD216163-F8F5-46B2-81BA-F855106624C4}" type="presParOf" srcId="{4B69D248-9FE8-4913-912A-D42788FFF26D}" destId="{63618810-0399-42B5-9828-01DF519A4424}" srcOrd="0" destOrd="0" presId="urn:microsoft.com/office/officeart/2005/8/layout/hierarchy2"/>
    <dgm:cxn modelId="{3F183A1E-8985-460B-A07D-9F005F630F3D}" type="presParOf" srcId="{63618810-0399-42B5-9828-01DF519A4424}" destId="{2104D2F5-E9FC-4467-B800-ECADF6541ADA}" srcOrd="0" destOrd="0" presId="urn:microsoft.com/office/officeart/2005/8/layout/hierarchy2"/>
    <dgm:cxn modelId="{62BD8F31-EE3E-4A06-8926-A7058C2746EA}" type="presParOf" srcId="{63618810-0399-42B5-9828-01DF519A4424}" destId="{322CC99B-57FD-4A45-8E37-CF4F2B40B6BF}" srcOrd="1" destOrd="0" presId="urn:microsoft.com/office/officeart/2005/8/layout/hierarchy2"/>
    <dgm:cxn modelId="{8FA16E55-E8AE-4A73-9D29-3F4C826E683E}" type="presParOf" srcId="{4B69D248-9FE8-4913-912A-D42788FFF26D}" destId="{61D56A60-9F57-4A58-B297-7A6A2510E4FA}" srcOrd="1" destOrd="0" presId="urn:microsoft.com/office/officeart/2005/8/layout/hierarchy2"/>
    <dgm:cxn modelId="{6A1CDE80-DE87-472F-8F03-C6F3145698E4}" type="presParOf" srcId="{61D56A60-9F57-4A58-B297-7A6A2510E4FA}" destId="{7450BDC2-81C1-400A-9598-5378606CD4FE}" srcOrd="0" destOrd="0" presId="urn:microsoft.com/office/officeart/2005/8/layout/hierarchy2"/>
    <dgm:cxn modelId="{A98A5F85-94DA-4702-B128-9FA702478A65}" type="presParOf" srcId="{61D56A60-9F57-4A58-B297-7A6A2510E4FA}" destId="{61A48CE5-74DC-4E91-81A8-F79794F50211}" srcOrd="1" destOrd="0" presId="urn:microsoft.com/office/officeart/2005/8/layout/hierarchy2"/>
    <dgm:cxn modelId="{3F1375B0-48B9-40D1-A24C-F8070DCD7433}" type="presParOf" srcId="{4B69D248-9FE8-4913-912A-D42788FFF26D}" destId="{1230ECBF-7062-4A04-9292-D0F328F3CAB4}" srcOrd="2" destOrd="0" presId="urn:microsoft.com/office/officeart/2005/8/layout/hierarchy2"/>
    <dgm:cxn modelId="{AE225D8D-145D-4A9D-A886-4DF780CE877D}" type="presParOf" srcId="{1230ECBF-7062-4A04-9292-D0F328F3CAB4}" destId="{AF386B23-7B23-49AD-BE7B-A02945C2F2B3}" srcOrd="0" destOrd="0" presId="urn:microsoft.com/office/officeart/2005/8/layout/hierarchy2"/>
    <dgm:cxn modelId="{FCDF1DC8-FA01-402A-956D-92B88E3C5D4D}" type="presParOf" srcId="{1230ECBF-7062-4A04-9292-D0F328F3CAB4}" destId="{805C6F9A-5A65-4577-A5E0-57B694276630}" srcOrd="1" destOrd="0" presId="urn:microsoft.com/office/officeart/2005/8/layout/hierarchy2"/>
    <dgm:cxn modelId="{A1A26171-F6E8-4105-9D24-51843E4BAAA9}" type="presParOf" srcId="{4B69D248-9FE8-4913-912A-D42788FFF26D}" destId="{81B97DC8-508A-4D4A-94BE-3DCF01BF0B29}" srcOrd="3" destOrd="0" presId="urn:microsoft.com/office/officeart/2005/8/layout/hierarchy2"/>
    <dgm:cxn modelId="{E78903D4-6AEB-43AD-8F08-199EF01088A4}" type="presParOf" srcId="{81B97DC8-508A-4D4A-94BE-3DCF01BF0B29}" destId="{1117CB7B-8D3E-473D-856C-751303E7B379}" srcOrd="0" destOrd="0" presId="urn:microsoft.com/office/officeart/2005/8/layout/hierarchy2"/>
    <dgm:cxn modelId="{CE70AA54-B94C-4729-8BD0-E311BD5CBF38}" type="presParOf" srcId="{81B97DC8-508A-4D4A-94BE-3DCF01BF0B29}" destId="{C505087F-EFFD-4ED1-9399-499D201C58D9}" srcOrd="1" destOrd="0" presId="urn:microsoft.com/office/officeart/2005/8/layout/hierarchy2"/>
    <dgm:cxn modelId="{5FD1DA60-60D7-450B-BCB4-6998A8BF1035}" type="presParOf" srcId="{C505087F-EFFD-4ED1-9399-499D201C58D9}" destId="{68F2D36C-60B1-4D70-8E59-7737CFDB7F12}" srcOrd="0" destOrd="0" presId="urn:microsoft.com/office/officeart/2005/8/layout/hierarchy2"/>
    <dgm:cxn modelId="{EFF8EC96-0F7B-49AE-9E63-61517C567758}" type="presParOf" srcId="{68F2D36C-60B1-4D70-8E59-7737CFDB7F12}" destId="{D6673CC5-FA15-407B-A45A-114063571708}" srcOrd="0" destOrd="0" presId="urn:microsoft.com/office/officeart/2005/8/layout/hierarchy2"/>
    <dgm:cxn modelId="{10BBF11A-6F1D-4847-A667-B4143A964B9D}" type="presParOf" srcId="{C505087F-EFFD-4ED1-9399-499D201C58D9}" destId="{80460C60-912C-42F5-B516-B9CA5EFC8939}" srcOrd="1" destOrd="0" presId="urn:microsoft.com/office/officeart/2005/8/layout/hierarchy2"/>
    <dgm:cxn modelId="{EDBDB903-3EA3-4468-BDD1-BF23FC4FCAD8}" type="presParOf" srcId="{80460C60-912C-42F5-B516-B9CA5EFC8939}" destId="{FA65EF27-7383-4615-BFAA-7B9B98598FE1}" srcOrd="0" destOrd="0" presId="urn:microsoft.com/office/officeart/2005/8/layout/hierarchy2"/>
    <dgm:cxn modelId="{6EFDECE8-C82F-4773-A3B4-E7E543EC63BD}" type="presParOf" srcId="{80460C60-912C-42F5-B516-B9CA5EFC8939}" destId="{5CB142E7-CDD4-474E-A046-A3E54B07FF23}" srcOrd="1" destOrd="0" presId="urn:microsoft.com/office/officeart/2005/8/layout/hierarchy2"/>
    <dgm:cxn modelId="{90D4814B-5233-4622-BBB7-DB7EFC9C012C}" type="presParOf" srcId="{C505087F-EFFD-4ED1-9399-499D201C58D9}" destId="{B653DFFD-AD00-40E9-BFE8-E34E6EBB851B}" srcOrd="2" destOrd="0" presId="urn:microsoft.com/office/officeart/2005/8/layout/hierarchy2"/>
    <dgm:cxn modelId="{EA3FDF87-7736-44DA-8ACB-9ABE58495F70}" type="presParOf" srcId="{B653DFFD-AD00-40E9-BFE8-E34E6EBB851B}" destId="{C95D8E51-827C-4B69-9DCC-346F447EE3E7}" srcOrd="0" destOrd="0" presId="urn:microsoft.com/office/officeart/2005/8/layout/hierarchy2"/>
    <dgm:cxn modelId="{4AEA68FC-7BAF-4E81-8E4D-43715FB8A0D6}" type="presParOf" srcId="{C505087F-EFFD-4ED1-9399-499D201C58D9}" destId="{DE52A522-6496-42D7-BEAB-09A89D7673DC}" srcOrd="3" destOrd="0" presId="urn:microsoft.com/office/officeart/2005/8/layout/hierarchy2"/>
    <dgm:cxn modelId="{FC752210-6B2C-4C39-8AB8-2D52C964BFC4}" type="presParOf" srcId="{DE52A522-6496-42D7-BEAB-09A89D7673DC}" destId="{1FFACD06-F8EB-494C-85B6-98544B4068DD}" srcOrd="0" destOrd="0" presId="urn:microsoft.com/office/officeart/2005/8/layout/hierarchy2"/>
    <dgm:cxn modelId="{046D7454-157D-4F55-80E8-F7B86B1456E4}" type="presParOf" srcId="{DE52A522-6496-42D7-BEAB-09A89D7673DC}" destId="{8CBA5316-78DF-4C93-944E-FA6DF4AB375E}" srcOrd="1" destOrd="0" presId="urn:microsoft.com/office/officeart/2005/8/layout/hierarchy2"/>
    <dgm:cxn modelId="{91B39747-25CA-42A0-BA62-7ABB1DACD1F1}" type="presParOf" srcId="{C505087F-EFFD-4ED1-9399-499D201C58D9}" destId="{E876E3E8-6130-4DEC-BEC4-2C7963A20E04}" srcOrd="4" destOrd="0" presId="urn:microsoft.com/office/officeart/2005/8/layout/hierarchy2"/>
    <dgm:cxn modelId="{809D8941-7362-42E6-8B0A-508627E22D10}" type="presParOf" srcId="{E876E3E8-6130-4DEC-BEC4-2C7963A20E04}" destId="{64EA06D0-5390-4C8F-9DBD-ABA5BA0ADE1C}" srcOrd="0" destOrd="0" presId="urn:microsoft.com/office/officeart/2005/8/layout/hierarchy2"/>
    <dgm:cxn modelId="{008983D3-7017-4785-9088-2EA320A74D4B}" type="presParOf" srcId="{C505087F-EFFD-4ED1-9399-499D201C58D9}" destId="{FFCDF5B8-975D-4F87-BA23-5E127DECE696}" srcOrd="5" destOrd="0" presId="urn:microsoft.com/office/officeart/2005/8/layout/hierarchy2"/>
    <dgm:cxn modelId="{70CFA50C-D0F2-406E-BE64-18955332A370}" type="presParOf" srcId="{FFCDF5B8-975D-4F87-BA23-5E127DECE696}" destId="{6BDF9D2D-CB17-455E-BC3B-D7DA5E1AFCDE}" srcOrd="0" destOrd="0" presId="urn:microsoft.com/office/officeart/2005/8/layout/hierarchy2"/>
    <dgm:cxn modelId="{918AB9FE-977D-4395-859F-FF9881BC5536}" type="presParOf" srcId="{FFCDF5B8-975D-4F87-BA23-5E127DECE696}" destId="{40E15256-CE53-4CA1-9438-67F1613A4C7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FD911C-B087-43E1-8120-1D8C5971ACBD}" type="doc">
      <dgm:prSet loTypeId="urn:microsoft.com/office/officeart/2005/8/layout/vList2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A09C512-D281-4D8F-93D6-1C55B2DBEA80}">
      <dgm:prSet/>
      <dgm:spPr/>
      <dgm:t>
        <a:bodyPr/>
        <a:lstStyle/>
        <a:p>
          <a:r>
            <a:rPr lang="pt-BR" b="0" i="0" noProof="0" dirty="0"/>
            <a:t>Upload e conversão para imagem (se PDF)</a:t>
          </a:r>
          <a:endParaRPr lang="pt-BR" noProof="0" dirty="0"/>
        </a:p>
      </dgm:t>
    </dgm:pt>
    <dgm:pt modelId="{3EABE0FA-EA96-45CC-BD86-C97E616C5D85}" type="parTrans" cxnId="{86B26188-59D1-4F5B-8F01-28CB796DC17F}">
      <dgm:prSet/>
      <dgm:spPr/>
      <dgm:t>
        <a:bodyPr/>
        <a:lstStyle/>
        <a:p>
          <a:endParaRPr lang="en-US"/>
        </a:p>
      </dgm:t>
    </dgm:pt>
    <dgm:pt modelId="{A1CA7CFA-2BC1-4F2C-975F-CF940E78A4C7}" type="sibTrans" cxnId="{86B26188-59D1-4F5B-8F01-28CB796DC17F}">
      <dgm:prSet/>
      <dgm:spPr/>
      <dgm:t>
        <a:bodyPr/>
        <a:lstStyle/>
        <a:p>
          <a:endParaRPr lang="en-US"/>
        </a:p>
      </dgm:t>
    </dgm:pt>
    <dgm:pt modelId="{BF41F200-0E86-4F42-B0E3-2D7862D8022E}">
      <dgm:prSet/>
      <dgm:spPr/>
      <dgm:t>
        <a:bodyPr/>
        <a:lstStyle/>
        <a:p>
          <a:r>
            <a:rPr lang="pt-BR" b="0" i="0" noProof="0" dirty="0"/>
            <a:t>OCR com </a:t>
          </a:r>
          <a:r>
            <a:rPr lang="pt-BR" b="0" i="0" noProof="0" dirty="0" err="1"/>
            <a:t>Tesseract</a:t>
          </a:r>
          <a:r>
            <a:rPr lang="pt-BR" b="0" i="0" noProof="0" dirty="0"/>
            <a:t> (otimizado para português)</a:t>
          </a:r>
          <a:endParaRPr lang="pt-BR" noProof="0" dirty="0"/>
        </a:p>
      </dgm:t>
    </dgm:pt>
    <dgm:pt modelId="{87E7347B-2613-45F6-8ACF-E8D7D8AE34D1}" type="parTrans" cxnId="{D24E142F-7F3D-4F79-999D-6B6EAE8AB4CD}">
      <dgm:prSet/>
      <dgm:spPr/>
      <dgm:t>
        <a:bodyPr/>
        <a:lstStyle/>
        <a:p>
          <a:endParaRPr lang="en-US"/>
        </a:p>
      </dgm:t>
    </dgm:pt>
    <dgm:pt modelId="{C9ECC8F1-B93A-4C26-84BA-4B17EB2BED15}" type="sibTrans" cxnId="{D24E142F-7F3D-4F79-999D-6B6EAE8AB4CD}">
      <dgm:prSet/>
      <dgm:spPr/>
      <dgm:t>
        <a:bodyPr/>
        <a:lstStyle/>
        <a:p>
          <a:endParaRPr lang="en-US"/>
        </a:p>
      </dgm:t>
    </dgm:pt>
    <dgm:pt modelId="{E0F875B4-F7D4-406F-A590-D99C82FE3CAE}">
      <dgm:prSet/>
      <dgm:spPr/>
      <dgm:t>
        <a:bodyPr/>
        <a:lstStyle/>
        <a:p>
          <a:r>
            <a:rPr lang="pt-BR" b="0" i="0" noProof="0" dirty="0"/>
            <a:t>Envio do texto bruto para Google Gemini com prompt especializado</a:t>
          </a:r>
          <a:endParaRPr lang="pt-BR" noProof="0" dirty="0"/>
        </a:p>
      </dgm:t>
    </dgm:pt>
    <dgm:pt modelId="{DBD8C39C-C36B-441B-A60A-DCAF75AD7769}" type="parTrans" cxnId="{54614875-2EF6-4DDB-A643-66B8893B4D76}">
      <dgm:prSet/>
      <dgm:spPr/>
      <dgm:t>
        <a:bodyPr/>
        <a:lstStyle/>
        <a:p>
          <a:endParaRPr lang="en-US"/>
        </a:p>
      </dgm:t>
    </dgm:pt>
    <dgm:pt modelId="{F96BF885-FB32-4A60-91A3-A897D2195DF7}" type="sibTrans" cxnId="{54614875-2EF6-4DDB-A643-66B8893B4D76}">
      <dgm:prSet/>
      <dgm:spPr/>
      <dgm:t>
        <a:bodyPr/>
        <a:lstStyle/>
        <a:p>
          <a:endParaRPr lang="en-US"/>
        </a:p>
      </dgm:t>
    </dgm:pt>
    <dgm:pt modelId="{6FA5A566-8937-401F-AF57-AF8F69236E42}">
      <dgm:prSet/>
      <dgm:spPr/>
      <dgm:t>
        <a:bodyPr/>
        <a:lstStyle/>
        <a:p>
          <a:r>
            <a:rPr lang="pt-BR" b="0" i="0" noProof="0" dirty="0"/>
            <a:t>LLM extrai dados estruturados em formato JSON</a:t>
          </a:r>
          <a:endParaRPr lang="pt-BR" noProof="0" dirty="0"/>
        </a:p>
      </dgm:t>
    </dgm:pt>
    <dgm:pt modelId="{92C34149-03FA-4427-99F6-89D21B25984E}" type="parTrans" cxnId="{56DF19A5-937A-45C2-B652-7CE1A434C946}">
      <dgm:prSet/>
      <dgm:spPr/>
      <dgm:t>
        <a:bodyPr/>
        <a:lstStyle/>
        <a:p>
          <a:endParaRPr lang="en-US"/>
        </a:p>
      </dgm:t>
    </dgm:pt>
    <dgm:pt modelId="{D80FF632-5B82-4DD6-B9B9-D5D29004B17F}" type="sibTrans" cxnId="{56DF19A5-937A-45C2-B652-7CE1A434C946}">
      <dgm:prSet/>
      <dgm:spPr/>
      <dgm:t>
        <a:bodyPr/>
        <a:lstStyle/>
        <a:p>
          <a:endParaRPr lang="en-US"/>
        </a:p>
      </dgm:t>
    </dgm:pt>
    <dgm:pt modelId="{5D853680-57DF-44C5-96DF-6F78BA66D4C8}">
      <dgm:prSet/>
      <dgm:spPr/>
      <dgm:t>
        <a:bodyPr/>
        <a:lstStyle/>
        <a:p>
          <a:r>
            <a:rPr lang="pt-BR" b="0" i="0" noProof="0" dirty="0"/>
            <a:t>Validação </a:t>
          </a:r>
          <a:r>
            <a:rPr lang="pt-BR" b="0" i="0" noProof="0" dirty="0" err="1"/>
            <a:t>Pydantic</a:t>
          </a:r>
          <a:r>
            <a:rPr lang="pt-BR" b="0" i="0" noProof="0" dirty="0"/>
            <a:t> do JSON retornado</a:t>
          </a:r>
          <a:endParaRPr lang="pt-BR" noProof="0" dirty="0"/>
        </a:p>
      </dgm:t>
    </dgm:pt>
    <dgm:pt modelId="{D230BD90-F7B0-42BA-9662-D550F90AC577}" type="parTrans" cxnId="{10141C25-05EF-4929-BFFC-534E784DC880}">
      <dgm:prSet/>
      <dgm:spPr/>
      <dgm:t>
        <a:bodyPr/>
        <a:lstStyle/>
        <a:p>
          <a:endParaRPr lang="en-US"/>
        </a:p>
      </dgm:t>
    </dgm:pt>
    <dgm:pt modelId="{5C7836A8-B4B7-4A60-9FD7-351325DBFF79}" type="sibTrans" cxnId="{10141C25-05EF-4929-BFFC-534E784DC880}">
      <dgm:prSet/>
      <dgm:spPr/>
      <dgm:t>
        <a:bodyPr/>
        <a:lstStyle/>
        <a:p>
          <a:endParaRPr lang="en-US"/>
        </a:p>
      </dgm:t>
    </dgm:pt>
    <dgm:pt modelId="{87906A04-0F41-4F37-8517-C9DE87EB70DF}">
      <dgm:prSet/>
      <dgm:spPr/>
      <dgm:t>
        <a:bodyPr/>
        <a:lstStyle/>
        <a:p>
          <a:r>
            <a:rPr lang="pt-BR" b="0" i="0" noProof="0" dirty="0"/>
            <a:t>Enriquecimento com </a:t>
          </a:r>
          <a:r>
            <a:rPr lang="pt-BR" b="0" i="0" noProof="0" dirty="0" err="1"/>
            <a:t>regex</a:t>
          </a:r>
          <a:r>
            <a:rPr lang="pt-BR" b="0" i="0" noProof="0" dirty="0"/>
            <a:t> e auditoria de consistência</a:t>
          </a:r>
          <a:endParaRPr lang="pt-BR" noProof="0" dirty="0"/>
        </a:p>
      </dgm:t>
    </dgm:pt>
    <dgm:pt modelId="{424E997E-1954-466C-840D-0A12255A28E5}" type="parTrans" cxnId="{455E0E25-AF55-4E35-B373-D3DB71E24319}">
      <dgm:prSet/>
      <dgm:spPr/>
      <dgm:t>
        <a:bodyPr/>
        <a:lstStyle/>
        <a:p>
          <a:endParaRPr lang="en-US"/>
        </a:p>
      </dgm:t>
    </dgm:pt>
    <dgm:pt modelId="{E394ADF5-770B-47EA-8BB6-4FD3E7A07CBC}" type="sibTrans" cxnId="{455E0E25-AF55-4E35-B373-D3DB71E24319}">
      <dgm:prSet/>
      <dgm:spPr/>
      <dgm:t>
        <a:bodyPr/>
        <a:lstStyle/>
        <a:p>
          <a:endParaRPr lang="en-US"/>
        </a:p>
      </dgm:t>
    </dgm:pt>
    <dgm:pt modelId="{940EF22F-6D3A-4003-91A8-A14BBAE3198F}">
      <dgm:prSet/>
      <dgm:spPr/>
      <dgm:t>
        <a:bodyPr/>
        <a:lstStyle/>
        <a:p>
          <a:r>
            <a:rPr lang="pt-BR" b="0" i="0" noProof="0" dirty="0"/>
            <a:t>Renderização no dashboard com alertas de qualidade</a:t>
          </a:r>
          <a:endParaRPr lang="pt-BR" noProof="0" dirty="0"/>
        </a:p>
      </dgm:t>
    </dgm:pt>
    <dgm:pt modelId="{A1ECBC30-5D79-493F-AA07-AA931301B27B}" type="parTrans" cxnId="{39D8299D-8A71-49D6-A605-75B26D550D7A}">
      <dgm:prSet/>
      <dgm:spPr/>
      <dgm:t>
        <a:bodyPr/>
        <a:lstStyle/>
        <a:p>
          <a:endParaRPr lang="en-US"/>
        </a:p>
      </dgm:t>
    </dgm:pt>
    <dgm:pt modelId="{4541D830-5A24-49D2-8067-B572428469B8}" type="sibTrans" cxnId="{39D8299D-8A71-49D6-A605-75B26D550D7A}">
      <dgm:prSet/>
      <dgm:spPr/>
      <dgm:t>
        <a:bodyPr/>
        <a:lstStyle/>
        <a:p>
          <a:endParaRPr lang="en-US"/>
        </a:p>
      </dgm:t>
    </dgm:pt>
    <dgm:pt modelId="{24116FD4-E5CF-4754-9C82-CAB79487F9C0}" type="pres">
      <dgm:prSet presAssocID="{E5FD911C-B087-43E1-8120-1D8C5971ACBD}" presName="linear" presStyleCnt="0">
        <dgm:presLayoutVars>
          <dgm:animLvl val="lvl"/>
          <dgm:resizeHandles val="exact"/>
        </dgm:presLayoutVars>
      </dgm:prSet>
      <dgm:spPr/>
    </dgm:pt>
    <dgm:pt modelId="{49BED816-9909-4363-88B9-F545D482422C}" type="pres">
      <dgm:prSet presAssocID="{AA09C512-D281-4D8F-93D6-1C55B2DBEA80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4BB6B6B-940A-41F5-ADD1-D27A71B8C295}" type="pres">
      <dgm:prSet presAssocID="{A1CA7CFA-2BC1-4F2C-975F-CF940E78A4C7}" presName="spacer" presStyleCnt="0"/>
      <dgm:spPr/>
    </dgm:pt>
    <dgm:pt modelId="{19CEE9A5-5BD2-4177-8EF7-AD1FD6B199E8}" type="pres">
      <dgm:prSet presAssocID="{BF41F200-0E86-4F42-B0E3-2D7862D8022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FB90E96B-057D-4A94-8C51-735523C5BF95}" type="pres">
      <dgm:prSet presAssocID="{C9ECC8F1-B93A-4C26-84BA-4B17EB2BED15}" presName="spacer" presStyleCnt="0"/>
      <dgm:spPr/>
    </dgm:pt>
    <dgm:pt modelId="{D6AE5C0D-E54F-4C3E-96CF-457BF091526E}" type="pres">
      <dgm:prSet presAssocID="{E0F875B4-F7D4-406F-A590-D99C82FE3CA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8EE39DD-760A-44E7-A763-3DEAEADCFAB1}" type="pres">
      <dgm:prSet presAssocID="{F96BF885-FB32-4A60-91A3-A897D2195DF7}" presName="spacer" presStyleCnt="0"/>
      <dgm:spPr/>
    </dgm:pt>
    <dgm:pt modelId="{BEDEEE2D-ED58-46EF-8A06-EDB10A44F321}" type="pres">
      <dgm:prSet presAssocID="{6FA5A566-8937-401F-AF57-AF8F69236E42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6020FCA9-5A52-4C95-98FA-D89AC840EE58}" type="pres">
      <dgm:prSet presAssocID="{D80FF632-5B82-4DD6-B9B9-D5D29004B17F}" presName="spacer" presStyleCnt="0"/>
      <dgm:spPr/>
    </dgm:pt>
    <dgm:pt modelId="{80207690-C38A-45D0-ABB5-DBD62D4BC691}" type="pres">
      <dgm:prSet presAssocID="{5D853680-57DF-44C5-96DF-6F78BA66D4C8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B40BE91-E0F2-40A0-AAD8-A132E348F0DC}" type="pres">
      <dgm:prSet presAssocID="{5C7836A8-B4B7-4A60-9FD7-351325DBFF79}" presName="spacer" presStyleCnt="0"/>
      <dgm:spPr/>
    </dgm:pt>
    <dgm:pt modelId="{238095C5-1F55-465B-829A-C86133760ABA}" type="pres">
      <dgm:prSet presAssocID="{87906A04-0F41-4F37-8517-C9DE87EB70D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89D5DE9-80BF-4709-B3FA-6F5DC92760DB}" type="pres">
      <dgm:prSet presAssocID="{E394ADF5-770B-47EA-8BB6-4FD3E7A07CBC}" presName="spacer" presStyleCnt="0"/>
      <dgm:spPr/>
    </dgm:pt>
    <dgm:pt modelId="{BFC7A33A-6F8A-40F7-8782-C306A5DBBC4E}" type="pres">
      <dgm:prSet presAssocID="{940EF22F-6D3A-4003-91A8-A14BBAE3198F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455E0E25-AF55-4E35-B373-D3DB71E24319}" srcId="{E5FD911C-B087-43E1-8120-1D8C5971ACBD}" destId="{87906A04-0F41-4F37-8517-C9DE87EB70DF}" srcOrd="5" destOrd="0" parTransId="{424E997E-1954-466C-840D-0A12255A28E5}" sibTransId="{E394ADF5-770B-47EA-8BB6-4FD3E7A07CBC}"/>
    <dgm:cxn modelId="{10141C25-05EF-4929-BFFC-534E784DC880}" srcId="{E5FD911C-B087-43E1-8120-1D8C5971ACBD}" destId="{5D853680-57DF-44C5-96DF-6F78BA66D4C8}" srcOrd="4" destOrd="0" parTransId="{D230BD90-F7B0-42BA-9662-D550F90AC577}" sibTransId="{5C7836A8-B4B7-4A60-9FD7-351325DBFF79}"/>
    <dgm:cxn modelId="{D24E142F-7F3D-4F79-999D-6B6EAE8AB4CD}" srcId="{E5FD911C-B087-43E1-8120-1D8C5971ACBD}" destId="{BF41F200-0E86-4F42-B0E3-2D7862D8022E}" srcOrd="1" destOrd="0" parTransId="{87E7347B-2613-45F6-8ACF-E8D7D8AE34D1}" sibTransId="{C9ECC8F1-B93A-4C26-84BA-4B17EB2BED15}"/>
    <dgm:cxn modelId="{2CE3F661-5FAA-49AE-B0AB-4C3FF1E3F449}" type="presOf" srcId="{E0F875B4-F7D4-406F-A590-D99C82FE3CAE}" destId="{D6AE5C0D-E54F-4C3E-96CF-457BF091526E}" srcOrd="0" destOrd="0" presId="urn:microsoft.com/office/officeart/2005/8/layout/vList2"/>
    <dgm:cxn modelId="{E617C052-D914-4E11-B2B5-0B9D9EB9565B}" type="presOf" srcId="{E5FD911C-B087-43E1-8120-1D8C5971ACBD}" destId="{24116FD4-E5CF-4754-9C82-CAB79487F9C0}" srcOrd="0" destOrd="0" presId="urn:microsoft.com/office/officeart/2005/8/layout/vList2"/>
    <dgm:cxn modelId="{54614875-2EF6-4DDB-A643-66B8893B4D76}" srcId="{E5FD911C-B087-43E1-8120-1D8C5971ACBD}" destId="{E0F875B4-F7D4-406F-A590-D99C82FE3CAE}" srcOrd="2" destOrd="0" parTransId="{DBD8C39C-C36B-441B-A60A-DCAF75AD7769}" sibTransId="{F96BF885-FB32-4A60-91A3-A897D2195DF7}"/>
    <dgm:cxn modelId="{A104F656-CE32-4AD3-AB89-7B6BCA572DFF}" type="presOf" srcId="{AA09C512-D281-4D8F-93D6-1C55B2DBEA80}" destId="{49BED816-9909-4363-88B9-F545D482422C}" srcOrd="0" destOrd="0" presId="urn:microsoft.com/office/officeart/2005/8/layout/vList2"/>
    <dgm:cxn modelId="{86B26188-59D1-4F5B-8F01-28CB796DC17F}" srcId="{E5FD911C-B087-43E1-8120-1D8C5971ACBD}" destId="{AA09C512-D281-4D8F-93D6-1C55B2DBEA80}" srcOrd="0" destOrd="0" parTransId="{3EABE0FA-EA96-45CC-BD86-C97E616C5D85}" sibTransId="{A1CA7CFA-2BC1-4F2C-975F-CF940E78A4C7}"/>
    <dgm:cxn modelId="{61D3AC94-E9CA-46CE-AE96-4B321F83E62F}" type="presOf" srcId="{BF41F200-0E86-4F42-B0E3-2D7862D8022E}" destId="{19CEE9A5-5BD2-4177-8EF7-AD1FD6B199E8}" srcOrd="0" destOrd="0" presId="urn:microsoft.com/office/officeart/2005/8/layout/vList2"/>
    <dgm:cxn modelId="{39D8299D-8A71-49D6-A605-75B26D550D7A}" srcId="{E5FD911C-B087-43E1-8120-1D8C5971ACBD}" destId="{940EF22F-6D3A-4003-91A8-A14BBAE3198F}" srcOrd="6" destOrd="0" parTransId="{A1ECBC30-5D79-493F-AA07-AA931301B27B}" sibTransId="{4541D830-5A24-49D2-8067-B572428469B8}"/>
    <dgm:cxn modelId="{6E70D0A1-62EE-4DAF-93D7-55D521FAA49F}" type="presOf" srcId="{5D853680-57DF-44C5-96DF-6F78BA66D4C8}" destId="{80207690-C38A-45D0-ABB5-DBD62D4BC691}" srcOrd="0" destOrd="0" presId="urn:microsoft.com/office/officeart/2005/8/layout/vList2"/>
    <dgm:cxn modelId="{56DF19A5-937A-45C2-B652-7CE1A434C946}" srcId="{E5FD911C-B087-43E1-8120-1D8C5971ACBD}" destId="{6FA5A566-8937-401F-AF57-AF8F69236E42}" srcOrd="3" destOrd="0" parTransId="{92C34149-03FA-4427-99F6-89D21B25984E}" sibTransId="{D80FF632-5B82-4DD6-B9B9-D5D29004B17F}"/>
    <dgm:cxn modelId="{FF6E39AD-28B1-46C7-A935-006573A36BF3}" type="presOf" srcId="{6FA5A566-8937-401F-AF57-AF8F69236E42}" destId="{BEDEEE2D-ED58-46EF-8A06-EDB10A44F321}" srcOrd="0" destOrd="0" presId="urn:microsoft.com/office/officeart/2005/8/layout/vList2"/>
    <dgm:cxn modelId="{9D2F96AE-2F92-4D39-92E8-8B415321EA56}" type="presOf" srcId="{940EF22F-6D3A-4003-91A8-A14BBAE3198F}" destId="{BFC7A33A-6F8A-40F7-8782-C306A5DBBC4E}" srcOrd="0" destOrd="0" presId="urn:microsoft.com/office/officeart/2005/8/layout/vList2"/>
    <dgm:cxn modelId="{BB1D60CC-59FB-42E0-B7A2-F456F77445AB}" type="presOf" srcId="{87906A04-0F41-4F37-8517-C9DE87EB70DF}" destId="{238095C5-1F55-465B-829A-C86133760ABA}" srcOrd="0" destOrd="0" presId="urn:microsoft.com/office/officeart/2005/8/layout/vList2"/>
    <dgm:cxn modelId="{4DF614E7-DF3C-4B4D-AB19-51B448512F1A}" type="presParOf" srcId="{24116FD4-E5CF-4754-9C82-CAB79487F9C0}" destId="{49BED816-9909-4363-88B9-F545D482422C}" srcOrd="0" destOrd="0" presId="urn:microsoft.com/office/officeart/2005/8/layout/vList2"/>
    <dgm:cxn modelId="{ACAEB4F0-5267-4465-A8C2-0A0F4AD933E2}" type="presParOf" srcId="{24116FD4-E5CF-4754-9C82-CAB79487F9C0}" destId="{B4BB6B6B-940A-41F5-ADD1-D27A71B8C295}" srcOrd="1" destOrd="0" presId="urn:microsoft.com/office/officeart/2005/8/layout/vList2"/>
    <dgm:cxn modelId="{8BA68173-9121-41F7-9029-49AD531D8B1A}" type="presParOf" srcId="{24116FD4-E5CF-4754-9C82-CAB79487F9C0}" destId="{19CEE9A5-5BD2-4177-8EF7-AD1FD6B199E8}" srcOrd="2" destOrd="0" presId="urn:microsoft.com/office/officeart/2005/8/layout/vList2"/>
    <dgm:cxn modelId="{CD803393-1B8B-4DEB-BEEB-52C83B9F9E08}" type="presParOf" srcId="{24116FD4-E5CF-4754-9C82-CAB79487F9C0}" destId="{FB90E96B-057D-4A94-8C51-735523C5BF95}" srcOrd="3" destOrd="0" presId="urn:microsoft.com/office/officeart/2005/8/layout/vList2"/>
    <dgm:cxn modelId="{9D1EE324-C134-4165-9ED2-8F2841AB957A}" type="presParOf" srcId="{24116FD4-E5CF-4754-9C82-CAB79487F9C0}" destId="{D6AE5C0D-E54F-4C3E-96CF-457BF091526E}" srcOrd="4" destOrd="0" presId="urn:microsoft.com/office/officeart/2005/8/layout/vList2"/>
    <dgm:cxn modelId="{843BC2B3-C1BE-4121-88E1-F2953055ABEC}" type="presParOf" srcId="{24116FD4-E5CF-4754-9C82-CAB79487F9C0}" destId="{58EE39DD-760A-44E7-A763-3DEAEADCFAB1}" srcOrd="5" destOrd="0" presId="urn:microsoft.com/office/officeart/2005/8/layout/vList2"/>
    <dgm:cxn modelId="{706843C4-24B7-4C54-B458-2BA01900190C}" type="presParOf" srcId="{24116FD4-E5CF-4754-9C82-CAB79487F9C0}" destId="{BEDEEE2D-ED58-46EF-8A06-EDB10A44F321}" srcOrd="6" destOrd="0" presId="urn:microsoft.com/office/officeart/2005/8/layout/vList2"/>
    <dgm:cxn modelId="{012F7A5F-244B-4957-B966-B8FC88BF37ED}" type="presParOf" srcId="{24116FD4-E5CF-4754-9C82-CAB79487F9C0}" destId="{6020FCA9-5A52-4C95-98FA-D89AC840EE58}" srcOrd="7" destOrd="0" presId="urn:microsoft.com/office/officeart/2005/8/layout/vList2"/>
    <dgm:cxn modelId="{CE00BBEE-D93C-44BF-9AAD-458B864019A3}" type="presParOf" srcId="{24116FD4-E5CF-4754-9C82-CAB79487F9C0}" destId="{80207690-C38A-45D0-ABB5-DBD62D4BC691}" srcOrd="8" destOrd="0" presId="urn:microsoft.com/office/officeart/2005/8/layout/vList2"/>
    <dgm:cxn modelId="{2E3F09B4-42A4-4E5A-8B7E-D8661C8C100D}" type="presParOf" srcId="{24116FD4-E5CF-4754-9C82-CAB79487F9C0}" destId="{BB40BE91-E0F2-40A0-AAD8-A132E348F0DC}" srcOrd="9" destOrd="0" presId="urn:microsoft.com/office/officeart/2005/8/layout/vList2"/>
    <dgm:cxn modelId="{57235864-94F2-4043-B630-0A9195279020}" type="presParOf" srcId="{24116FD4-E5CF-4754-9C82-CAB79487F9C0}" destId="{238095C5-1F55-465B-829A-C86133760ABA}" srcOrd="10" destOrd="0" presId="urn:microsoft.com/office/officeart/2005/8/layout/vList2"/>
    <dgm:cxn modelId="{A7CC387E-7CA2-4E7E-9118-75C632F8C3AD}" type="presParOf" srcId="{24116FD4-E5CF-4754-9C82-CAB79487F9C0}" destId="{889D5DE9-80BF-4709-B3FA-6F5DC92760DB}" srcOrd="11" destOrd="0" presId="urn:microsoft.com/office/officeart/2005/8/layout/vList2"/>
    <dgm:cxn modelId="{15F134F3-E284-464B-A901-CBEA85BB1A19}" type="presParOf" srcId="{24116FD4-E5CF-4754-9C82-CAB79487F9C0}" destId="{BFC7A33A-6F8A-40F7-8782-C306A5DBBC4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D20BB7F-4B83-4CDE-A789-68E7FE729C59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CA20516-528E-477F-B662-56E244A37DB9}">
      <dgm:prSet/>
      <dgm:spPr/>
      <dgm:t>
        <a:bodyPr/>
        <a:lstStyle/>
        <a:p>
          <a:r>
            <a:rPr lang="pt-BR" b="0" i="0" noProof="0" dirty="0"/>
            <a:t>Regras Críticas Implementadas:</a:t>
          </a:r>
          <a:endParaRPr lang="pt-BR" noProof="0" dirty="0"/>
        </a:p>
      </dgm:t>
    </dgm:pt>
    <dgm:pt modelId="{5DFB0787-A1A3-4D77-B2EB-5C7D803ABBD7}" type="parTrans" cxnId="{621BAA4C-BC6E-498A-AFFE-4CEB51396D19}">
      <dgm:prSet/>
      <dgm:spPr/>
      <dgm:t>
        <a:bodyPr/>
        <a:lstStyle/>
        <a:p>
          <a:endParaRPr lang="en-US"/>
        </a:p>
      </dgm:t>
    </dgm:pt>
    <dgm:pt modelId="{260012B3-990C-4EDD-A99A-214772F5DF0F}" type="sibTrans" cxnId="{621BAA4C-BC6E-498A-AFFE-4CEB51396D19}">
      <dgm:prSet/>
      <dgm:spPr/>
      <dgm:t>
        <a:bodyPr/>
        <a:lstStyle/>
        <a:p>
          <a:endParaRPr lang="en-US"/>
        </a:p>
      </dgm:t>
    </dgm:pt>
    <dgm:pt modelId="{DF0E6A4E-847F-495E-B360-5D06DFF26692}">
      <dgm:prSet/>
      <dgm:spPr/>
      <dgm:t>
        <a:bodyPr/>
        <a:lstStyle/>
        <a:p>
          <a:r>
            <a:rPr lang="pt-BR" noProof="0" dirty="0"/>
            <a:t>Tenta uma correção ortográfica contextual de erros de OCR</a:t>
          </a:r>
        </a:p>
      </dgm:t>
    </dgm:pt>
    <dgm:pt modelId="{67178757-36C0-4AAE-BA29-78279DF638C7}" type="parTrans" cxnId="{932B11F0-7A5B-4936-8DD7-42F311C12ECD}">
      <dgm:prSet/>
      <dgm:spPr/>
      <dgm:t>
        <a:bodyPr/>
        <a:lstStyle/>
        <a:p>
          <a:endParaRPr lang="en-US"/>
        </a:p>
      </dgm:t>
    </dgm:pt>
    <dgm:pt modelId="{1317566D-4645-455A-8EC0-A637582EDEBB}" type="sibTrans" cxnId="{932B11F0-7A5B-4936-8DD7-42F311C12ECD}">
      <dgm:prSet/>
      <dgm:spPr/>
      <dgm:t>
        <a:bodyPr/>
        <a:lstStyle/>
        <a:p>
          <a:endParaRPr lang="en-US"/>
        </a:p>
      </dgm:t>
    </dgm:pt>
    <dgm:pt modelId="{0C201203-8B3F-49EF-99E6-29640EBCFD35}">
      <dgm:prSet/>
      <dgm:spPr/>
      <dgm:t>
        <a:bodyPr/>
        <a:lstStyle/>
        <a:p>
          <a:r>
            <a:rPr lang="pt-BR" noProof="0" dirty="0"/>
            <a:t>Tratamento de 'CONSUMIDOR NÃO INFORMADO' em cupons fiscais</a:t>
          </a:r>
        </a:p>
      </dgm:t>
    </dgm:pt>
    <dgm:pt modelId="{057B77D0-5081-4F54-AE09-111082CA9FA1}" type="parTrans" cxnId="{B0D11DA6-BFAC-496D-A9B8-37D22CFE3B33}">
      <dgm:prSet/>
      <dgm:spPr/>
      <dgm:t>
        <a:bodyPr/>
        <a:lstStyle/>
        <a:p>
          <a:endParaRPr lang="en-US"/>
        </a:p>
      </dgm:t>
    </dgm:pt>
    <dgm:pt modelId="{7AEEF98E-7FA5-466A-AA29-11CAF49AC735}" type="sibTrans" cxnId="{B0D11DA6-BFAC-496D-A9B8-37D22CFE3B33}">
      <dgm:prSet/>
      <dgm:spPr/>
      <dgm:t>
        <a:bodyPr/>
        <a:lstStyle/>
        <a:p>
          <a:endParaRPr lang="en-US"/>
        </a:p>
      </dgm:t>
    </dgm:pt>
    <dgm:pt modelId="{D1AE09B9-DFA1-4A8D-A888-4E761F45640B}">
      <dgm:prSet/>
      <dgm:spPr/>
      <dgm:t>
        <a:bodyPr/>
        <a:lstStyle/>
        <a:p>
          <a:r>
            <a:rPr lang="pt-BR" noProof="0" dirty="0"/>
            <a:t>Conversão de formato brasileiro (1.234,56) para </a:t>
          </a:r>
          <a:r>
            <a:rPr lang="pt-BR" noProof="0" dirty="0" err="1"/>
            <a:t>float</a:t>
          </a:r>
          <a:r>
            <a:rPr lang="pt-BR" noProof="0" dirty="0"/>
            <a:t> (1234.56)</a:t>
          </a:r>
        </a:p>
      </dgm:t>
    </dgm:pt>
    <dgm:pt modelId="{95017A30-F1B4-4CCB-9422-2251B9710D91}" type="parTrans" cxnId="{9FD6DA2D-1384-4091-9A24-21866FF8C463}">
      <dgm:prSet/>
      <dgm:spPr/>
      <dgm:t>
        <a:bodyPr/>
        <a:lstStyle/>
        <a:p>
          <a:endParaRPr lang="en-US"/>
        </a:p>
      </dgm:t>
    </dgm:pt>
    <dgm:pt modelId="{4FC1B377-0D9D-40EF-9510-D5776CD66A47}" type="sibTrans" cxnId="{9FD6DA2D-1384-4091-9A24-21866FF8C463}">
      <dgm:prSet/>
      <dgm:spPr/>
      <dgm:t>
        <a:bodyPr/>
        <a:lstStyle/>
        <a:p>
          <a:endParaRPr lang="en-US"/>
        </a:p>
      </dgm:t>
    </dgm:pt>
    <dgm:pt modelId="{4D474395-55E0-40A2-8558-E6455A61B740}">
      <dgm:prSet/>
      <dgm:spPr/>
      <dgm:t>
        <a:bodyPr/>
        <a:lstStyle/>
        <a:p>
          <a:r>
            <a:rPr lang="pt-BR" noProof="0" dirty="0"/>
            <a:t>Padronização de datas para DD-MM-AAAA</a:t>
          </a:r>
        </a:p>
      </dgm:t>
    </dgm:pt>
    <dgm:pt modelId="{C751D87C-274E-4722-AADB-CDC681B28DD7}" type="parTrans" cxnId="{E1D5E671-60E4-463D-9492-55BE4B9DD450}">
      <dgm:prSet/>
      <dgm:spPr/>
      <dgm:t>
        <a:bodyPr/>
        <a:lstStyle/>
        <a:p>
          <a:endParaRPr lang="en-US"/>
        </a:p>
      </dgm:t>
    </dgm:pt>
    <dgm:pt modelId="{BD2D2E92-E035-42D4-BF91-3C3D74F50C1B}" type="sibTrans" cxnId="{E1D5E671-60E4-463D-9492-55BE4B9DD450}">
      <dgm:prSet/>
      <dgm:spPr/>
      <dgm:t>
        <a:bodyPr/>
        <a:lstStyle/>
        <a:p>
          <a:endParaRPr lang="en-US"/>
        </a:p>
      </dgm:t>
    </dgm:pt>
    <dgm:pt modelId="{05346C7A-72B4-4000-8FB9-B18F7A9F6E27}">
      <dgm:prSet/>
      <dgm:spPr/>
      <dgm:t>
        <a:bodyPr/>
        <a:lstStyle/>
        <a:p>
          <a:r>
            <a:rPr lang="pt-BR" noProof="0" dirty="0"/>
            <a:t>Extração precisa de chave de acesso (44 dígitos)</a:t>
          </a:r>
        </a:p>
      </dgm:t>
    </dgm:pt>
    <dgm:pt modelId="{75F5E8B5-0395-4B08-ADF8-CBAF47F2F460}" type="parTrans" cxnId="{0B424408-7113-47F4-844E-085961A70379}">
      <dgm:prSet/>
      <dgm:spPr/>
      <dgm:t>
        <a:bodyPr/>
        <a:lstStyle/>
        <a:p>
          <a:endParaRPr lang="en-US"/>
        </a:p>
      </dgm:t>
    </dgm:pt>
    <dgm:pt modelId="{B945883B-8411-4835-A8D6-43B046AE4AC5}" type="sibTrans" cxnId="{0B424408-7113-47F4-844E-085961A70379}">
      <dgm:prSet/>
      <dgm:spPr/>
      <dgm:t>
        <a:bodyPr/>
        <a:lstStyle/>
        <a:p>
          <a:endParaRPr lang="en-US"/>
        </a:p>
      </dgm:t>
    </dgm:pt>
    <dgm:pt modelId="{F393D3FA-1A3C-47FE-81CA-750111F5D07B}">
      <dgm:prSet/>
      <dgm:spPr/>
      <dgm:t>
        <a:bodyPr/>
        <a:lstStyle/>
        <a:p>
          <a:r>
            <a:rPr lang="pt-BR" b="0" i="0" noProof="0" dirty="0"/>
            <a:t>Temperatura: 0.1 (baixa criatividade, alta precisão)</a:t>
          </a:r>
          <a:endParaRPr lang="pt-BR" noProof="0" dirty="0"/>
        </a:p>
      </dgm:t>
    </dgm:pt>
    <dgm:pt modelId="{829EA6B6-4EE7-44AE-9EC5-BF997B7F2B06}" type="parTrans" cxnId="{C1A0C826-82A4-4E99-920C-A2287E54B3D9}">
      <dgm:prSet/>
      <dgm:spPr/>
      <dgm:t>
        <a:bodyPr/>
        <a:lstStyle/>
        <a:p>
          <a:endParaRPr lang="pt-BR"/>
        </a:p>
      </dgm:t>
    </dgm:pt>
    <dgm:pt modelId="{D3C77395-7547-4013-B0FE-DB1FB6A1F91C}" type="sibTrans" cxnId="{C1A0C826-82A4-4E99-920C-A2287E54B3D9}">
      <dgm:prSet/>
      <dgm:spPr/>
      <dgm:t>
        <a:bodyPr/>
        <a:lstStyle/>
        <a:p>
          <a:endParaRPr lang="pt-BR"/>
        </a:p>
      </dgm:t>
    </dgm:pt>
    <dgm:pt modelId="{FA9809D1-B71B-4C18-92E8-6061D6438CD6}" type="pres">
      <dgm:prSet presAssocID="{8D20BB7F-4B83-4CDE-A789-68E7FE729C59}" presName="linear" presStyleCnt="0">
        <dgm:presLayoutVars>
          <dgm:dir/>
          <dgm:animLvl val="lvl"/>
          <dgm:resizeHandles val="exact"/>
        </dgm:presLayoutVars>
      </dgm:prSet>
      <dgm:spPr/>
    </dgm:pt>
    <dgm:pt modelId="{07C8072A-8EF0-45C9-B85A-DEC38D6A6EB7}" type="pres">
      <dgm:prSet presAssocID="{4CA20516-528E-477F-B662-56E244A37DB9}" presName="parentLin" presStyleCnt="0"/>
      <dgm:spPr/>
    </dgm:pt>
    <dgm:pt modelId="{DB2FAAA1-7E7E-4EA7-B5E9-1C955E3023AF}" type="pres">
      <dgm:prSet presAssocID="{4CA20516-528E-477F-B662-56E244A37DB9}" presName="parentLeftMargin" presStyleLbl="node1" presStyleIdx="0" presStyleCnt="1"/>
      <dgm:spPr/>
    </dgm:pt>
    <dgm:pt modelId="{491BA467-2515-42CE-B307-72375DCB8DB8}" type="pres">
      <dgm:prSet presAssocID="{4CA20516-528E-477F-B662-56E244A37DB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9EC2EEB-8CEC-406E-8D4F-C9DA1AF21A70}" type="pres">
      <dgm:prSet presAssocID="{4CA20516-528E-477F-B662-56E244A37DB9}" presName="negativeSpace" presStyleCnt="0"/>
      <dgm:spPr/>
    </dgm:pt>
    <dgm:pt modelId="{BB464F5F-C540-472B-9B74-9A7C3EFC9588}" type="pres">
      <dgm:prSet presAssocID="{4CA20516-528E-477F-B662-56E244A37DB9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0B424408-7113-47F4-844E-085961A70379}" srcId="{4CA20516-528E-477F-B662-56E244A37DB9}" destId="{05346C7A-72B4-4000-8FB9-B18F7A9F6E27}" srcOrd="4" destOrd="0" parTransId="{75F5E8B5-0395-4B08-ADF8-CBAF47F2F460}" sibTransId="{B945883B-8411-4835-A8D6-43B046AE4AC5}"/>
    <dgm:cxn modelId="{B285710D-9F97-4F41-9A2B-D76B2C8DEFC4}" type="presOf" srcId="{05346C7A-72B4-4000-8FB9-B18F7A9F6E27}" destId="{BB464F5F-C540-472B-9B74-9A7C3EFC9588}" srcOrd="0" destOrd="4" presId="urn:microsoft.com/office/officeart/2005/8/layout/list1"/>
    <dgm:cxn modelId="{C1A0C826-82A4-4E99-920C-A2287E54B3D9}" srcId="{4CA20516-528E-477F-B662-56E244A37DB9}" destId="{F393D3FA-1A3C-47FE-81CA-750111F5D07B}" srcOrd="5" destOrd="0" parTransId="{829EA6B6-4EE7-44AE-9EC5-BF997B7F2B06}" sibTransId="{D3C77395-7547-4013-B0FE-DB1FB6A1F91C}"/>
    <dgm:cxn modelId="{72DC062C-0215-4F20-9B41-A6D341E51090}" type="presOf" srcId="{4D474395-55E0-40A2-8558-E6455A61B740}" destId="{BB464F5F-C540-472B-9B74-9A7C3EFC9588}" srcOrd="0" destOrd="3" presId="urn:microsoft.com/office/officeart/2005/8/layout/list1"/>
    <dgm:cxn modelId="{9FD6DA2D-1384-4091-9A24-21866FF8C463}" srcId="{4CA20516-528E-477F-B662-56E244A37DB9}" destId="{D1AE09B9-DFA1-4A8D-A888-4E761F45640B}" srcOrd="2" destOrd="0" parTransId="{95017A30-F1B4-4CCB-9422-2251B9710D91}" sibTransId="{4FC1B377-0D9D-40EF-9510-D5776CD66A47}"/>
    <dgm:cxn modelId="{95515D35-4BBE-409D-8B47-BBE80DDCCEB6}" type="presOf" srcId="{F393D3FA-1A3C-47FE-81CA-750111F5D07B}" destId="{BB464F5F-C540-472B-9B74-9A7C3EFC9588}" srcOrd="0" destOrd="5" presId="urn:microsoft.com/office/officeart/2005/8/layout/list1"/>
    <dgm:cxn modelId="{621BAA4C-BC6E-498A-AFFE-4CEB51396D19}" srcId="{8D20BB7F-4B83-4CDE-A789-68E7FE729C59}" destId="{4CA20516-528E-477F-B662-56E244A37DB9}" srcOrd="0" destOrd="0" parTransId="{5DFB0787-A1A3-4D77-B2EB-5C7D803ABBD7}" sibTransId="{260012B3-990C-4EDD-A99A-214772F5DF0F}"/>
    <dgm:cxn modelId="{E1D5E671-60E4-463D-9492-55BE4B9DD450}" srcId="{4CA20516-528E-477F-B662-56E244A37DB9}" destId="{4D474395-55E0-40A2-8558-E6455A61B740}" srcOrd="3" destOrd="0" parTransId="{C751D87C-274E-4722-AADB-CDC681B28DD7}" sibTransId="{BD2D2E92-E035-42D4-BF91-3C3D74F50C1B}"/>
    <dgm:cxn modelId="{AA52FD54-FFA8-41E4-B368-3B61823A2A61}" type="presOf" srcId="{D1AE09B9-DFA1-4A8D-A888-4E761F45640B}" destId="{BB464F5F-C540-472B-9B74-9A7C3EFC9588}" srcOrd="0" destOrd="2" presId="urn:microsoft.com/office/officeart/2005/8/layout/list1"/>
    <dgm:cxn modelId="{D71C537B-D96F-4F2E-9AE8-7F89237DB37D}" type="presOf" srcId="{DF0E6A4E-847F-495E-B360-5D06DFF26692}" destId="{BB464F5F-C540-472B-9B74-9A7C3EFC9588}" srcOrd="0" destOrd="0" presId="urn:microsoft.com/office/officeart/2005/8/layout/list1"/>
    <dgm:cxn modelId="{CE91A481-EED9-49D2-9674-2958F6F43BEC}" type="presOf" srcId="{4CA20516-528E-477F-B662-56E244A37DB9}" destId="{491BA467-2515-42CE-B307-72375DCB8DB8}" srcOrd="1" destOrd="0" presId="urn:microsoft.com/office/officeart/2005/8/layout/list1"/>
    <dgm:cxn modelId="{881CB783-2D35-4093-9971-A2A6F5719196}" type="presOf" srcId="{0C201203-8B3F-49EF-99E6-29640EBCFD35}" destId="{BB464F5F-C540-472B-9B74-9A7C3EFC9588}" srcOrd="0" destOrd="1" presId="urn:microsoft.com/office/officeart/2005/8/layout/list1"/>
    <dgm:cxn modelId="{20A91684-E060-4FE3-811B-69FB49708CC8}" type="presOf" srcId="{8D20BB7F-4B83-4CDE-A789-68E7FE729C59}" destId="{FA9809D1-B71B-4C18-92E8-6061D6438CD6}" srcOrd="0" destOrd="0" presId="urn:microsoft.com/office/officeart/2005/8/layout/list1"/>
    <dgm:cxn modelId="{B0D11DA6-BFAC-496D-A9B8-37D22CFE3B33}" srcId="{4CA20516-528E-477F-B662-56E244A37DB9}" destId="{0C201203-8B3F-49EF-99E6-29640EBCFD35}" srcOrd="1" destOrd="0" parTransId="{057B77D0-5081-4F54-AE09-111082CA9FA1}" sibTransId="{7AEEF98E-7FA5-466A-AA29-11CAF49AC735}"/>
    <dgm:cxn modelId="{534558C2-E228-4469-A1D6-F25E1266D69E}" type="presOf" srcId="{4CA20516-528E-477F-B662-56E244A37DB9}" destId="{DB2FAAA1-7E7E-4EA7-B5E9-1C955E3023AF}" srcOrd="0" destOrd="0" presId="urn:microsoft.com/office/officeart/2005/8/layout/list1"/>
    <dgm:cxn modelId="{932B11F0-7A5B-4936-8DD7-42F311C12ECD}" srcId="{4CA20516-528E-477F-B662-56E244A37DB9}" destId="{DF0E6A4E-847F-495E-B360-5D06DFF26692}" srcOrd="0" destOrd="0" parTransId="{67178757-36C0-4AAE-BA29-78279DF638C7}" sibTransId="{1317566D-4645-455A-8EC0-A637582EDEBB}"/>
    <dgm:cxn modelId="{1D1BA242-65F8-4EA4-B40B-6B33B249D140}" type="presParOf" srcId="{FA9809D1-B71B-4C18-92E8-6061D6438CD6}" destId="{07C8072A-8EF0-45C9-B85A-DEC38D6A6EB7}" srcOrd="0" destOrd="0" presId="urn:microsoft.com/office/officeart/2005/8/layout/list1"/>
    <dgm:cxn modelId="{3C889B42-76AA-4AAE-87EF-BCCA22816517}" type="presParOf" srcId="{07C8072A-8EF0-45C9-B85A-DEC38D6A6EB7}" destId="{DB2FAAA1-7E7E-4EA7-B5E9-1C955E3023AF}" srcOrd="0" destOrd="0" presId="urn:microsoft.com/office/officeart/2005/8/layout/list1"/>
    <dgm:cxn modelId="{D3120B60-C189-4D27-998B-7A7D864D81F8}" type="presParOf" srcId="{07C8072A-8EF0-45C9-B85A-DEC38D6A6EB7}" destId="{491BA467-2515-42CE-B307-72375DCB8DB8}" srcOrd="1" destOrd="0" presId="urn:microsoft.com/office/officeart/2005/8/layout/list1"/>
    <dgm:cxn modelId="{D01CC9C5-1866-4CA8-9E7B-EA892B407C3A}" type="presParOf" srcId="{FA9809D1-B71B-4C18-92E8-6061D6438CD6}" destId="{F9EC2EEB-8CEC-406E-8D4F-C9DA1AF21A70}" srcOrd="1" destOrd="0" presId="urn:microsoft.com/office/officeart/2005/8/layout/list1"/>
    <dgm:cxn modelId="{B05D35B5-8EBA-41BB-997B-159832D07E85}" type="presParOf" srcId="{FA9809D1-B71B-4C18-92E8-6061D6438CD6}" destId="{BB464F5F-C540-472B-9B74-9A7C3EFC9588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511596D-2932-4D1D-B42B-96E4425ACF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01D996-B348-49A3-9DA2-54F9AE84D426}">
      <dgm:prSet/>
      <dgm:spPr/>
      <dgm:t>
        <a:bodyPr/>
        <a:lstStyle/>
        <a:p>
          <a:r>
            <a:rPr lang="pt-BR" noProof="0" dirty="0"/>
            <a:t>Campos Principais:</a:t>
          </a:r>
        </a:p>
      </dgm:t>
    </dgm:pt>
    <dgm:pt modelId="{D5182134-421A-45E0-894F-4F8393B4DBCD}" type="parTrans" cxnId="{630B24E8-01BF-403B-95B2-FCEA63C47233}">
      <dgm:prSet/>
      <dgm:spPr/>
      <dgm:t>
        <a:bodyPr/>
        <a:lstStyle/>
        <a:p>
          <a:endParaRPr lang="en-US"/>
        </a:p>
      </dgm:t>
    </dgm:pt>
    <dgm:pt modelId="{28B30A18-D14F-4DF0-A536-F6B949828C4E}" type="sibTrans" cxnId="{630B24E8-01BF-403B-95B2-FCEA63C47233}">
      <dgm:prSet/>
      <dgm:spPr/>
      <dgm:t>
        <a:bodyPr/>
        <a:lstStyle/>
        <a:p>
          <a:endParaRPr lang="en-US"/>
        </a:p>
      </dgm:t>
    </dgm:pt>
    <dgm:pt modelId="{9C8FFDDB-81CC-4D75-A5FB-D5169A482C28}">
      <dgm:prSet/>
      <dgm:spPr/>
      <dgm:t>
        <a:bodyPr/>
        <a:lstStyle/>
        <a:p>
          <a:r>
            <a:rPr lang="pt-BR" noProof="0" dirty="0" err="1"/>
            <a:t>numero_controle</a:t>
          </a:r>
          <a:r>
            <a:rPr lang="pt-BR" noProof="0" dirty="0"/>
            <a:t>, </a:t>
          </a:r>
          <a:r>
            <a:rPr lang="pt-BR" noProof="0" dirty="0" err="1"/>
            <a:t>modelo_documento</a:t>
          </a:r>
          <a:r>
            <a:rPr lang="pt-BR" noProof="0" dirty="0"/>
            <a:t>, </a:t>
          </a:r>
          <a:r>
            <a:rPr lang="pt-BR" noProof="0" dirty="0" err="1"/>
            <a:t>data_emissao</a:t>
          </a:r>
          <a:r>
            <a:rPr lang="pt-BR" noProof="0" dirty="0"/>
            <a:t>, </a:t>
          </a:r>
          <a:r>
            <a:rPr lang="pt-BR" noProof="0" dirty="0" err="1"/>
            <a:t>valor_total_nota</a:t>
          </a:r>
          <a:endParaRPr lang="pt-BR" noProof="0" dirty="0"/>
        </a:p>
      </dgm:t>
    </dgm:pt>
    <dgm:pt modelId="{F547F48C-F32E-469A-AA57-A6A7E5747EF2}" type="parTrans" cxnId="{C0D40177-66FA-4777-BBF8-2761B83F9F2A}">
      <dgm:prSet/>
      <dgm:spPr/>
      <dgm:t>
        <a:bodyPr/>
        <a:lstStyle/>
        <a:p>
          <a:endParaRPr lang="en-US"/>
        </a:p>
      </dgm:t>
    </dgm:pt>
    <dgm:pt modelId="{65DD6A9B-3671-46C6-AABC-772589B76FBC}" type="sibTrans" cxnId="{C0D40177-66FA-4777-BBF8-2761B83F9F2A}">
      <dgm:prSet/>
      <dgm:spPr/>
      <dgm:t>
        <a:bodyPr/>
        <a:lstStyle/>
        <a:p>
          <a:endParaRPr lang="en-US"/>
        </a:p>
      </dgm:t>
    </dgm:pt>
    <dgm:pt modelId="{ADEB4D31-894C-4E06-A62C-D1EEE3C8E9E8}">
      <dgm:prSet/>
      <dgm:spPr/>
      <dgm:t>
        <a:bodyPr/>
        <a:lstStyle/>
        <a:p>
          <a:r>
            <a:rPr lang="pt-BR" noProof="0" dirty="0" err="1"/>
            <a:t>Sub-estruturas</a:t>
          </a:r>
          <a:r>
            <a:rPr lang="pt-BR" noProof="0" dirty="0"/>
            <a:t>:</a:t>
          </a:r>
        </a:p>
      </dgm:t>
    </dgm:pt>
    <dgm:pt modelId="{BF33C570-F365-4D5A-9658-E71AC6270819}" type="parTrans" cxnId="{75F072F3-AC4A-49B3-A4CA-C6144902413F}">
      <dgm:prSet/>
      <dgm:spPr/>
      <dgm:t>
        <a:bodyPr/>
        <a:lstStyle/>
        <a:p>
          <a:endParaRPr lang="en-US"/>
        </a:p>
      </dgm:t>
    </dgm:pt>
    <dgm:pt modelId="{352BB46E-F7F4-4475-A235-A0B1EAE30E93}" type="sibTrans" cxnId="{75F072F3-AC4A-49B3-A4CA-C6144902413F}">
      <dgm:prSet/>
      <dgm:spPr/>
      <dgm:t>
        <a:bodyPr/>
        <a:lstStyle/>
        <a:p>
          <a:endParaRPr lang="en-US"/>
        </a:p>
      </dgm:t>
    </dgm:pt>
    <dgm:pt modelId="{FEA41664-5940-41CA-B25D-A21BC21873F8}">
      <dgm:prSet/>
      <dgm:spPr/>
      <dgm:t>
        <a:bodyPr/>
        <a:lstStyle/>
        <a:p>
          <a:r>
            <a:rPr lang="pt-BR" noProof="0" dirty="0"/>
            <a:t>Participante (Remetente/Receptor) - CNPJ/CPF, nome, endereço, IE</a:t>
          </a:r>
        </a:p>
      </dgm:t>
    </dgm:pt>
    <dgm:pt modelId="{9DA958D7-76B3-4E79-8E64-D46A1D1874F4}" type="parTrans" cxnId="{C18F3515-8107-46B6-9D5E-CAEF82EA5C7C}">
      <dgm:prSet/>
      <dgm:spPr/>
      <dgm:t>
        <a:bodyPr/>
        <a:lstStyle/>
        <a:p>
          <a:endParaRPr lang="en-US"/>
        </a:p>
      </dgm:t>
    </dgm:pt>
    <dgm:pt modelId="{49011F5C-663C-4ED9-BA4C-99DA8A2C58F0}" type="sibTrans" cxnId="{C18F3515-8107-46B6-9D5E-CAEF82EA5C7C}">
      <dgm:prSet/>
      <dgm:spPr/>
      <dgm:t>
        <a:bodyPr/>
        <a:lstStyle/>
        <a:p>
          <a:endParaRPr lang="en-US"/>
        </a:p>
      </dgm:t>
    </dgm:pt>
    <dgm:pt modelId="{E6A32522-D1DA-481B-AF13-317AE70CA1E3}">
      <dgm:prSet/>
      <dgm:spPr/>
      <dgm:t>
        <a:bodyPr/>
        <a:lstStyle/>
        <a:p>
          <a:r>
            <a:rPr lang="pt-BR" noProof="0" dirty="0" err="1"/>
            <a:t>TotaisValores</a:t>
          </a:r>
          <a:r>
            <a:rPr lang="pt-BR" noProof="0" dirty="0"/>
            <a:t> - Base de cálculo, ICMS, IPI, PIS, COFINS, despesas</a:t>
          </a:r>
        </a:p>
      </dgm:t>
    </dgm:pt>
    <dgm:pt modelId="{DB141D75-82C8-486D-BB65-05C91ACCBBA2}" type="parTrans" cxnId="{52F43532-508C-42F7-8C47-1CAB6E123D01}">
      <dgm:prSet/>
      <dgm:spPr/>
      <dgm:t>
        <a:bodyPr/>
        <a:lstStyle/>
        <a:p>
          <a:endParaRPr lang="en-US"/>
        </a:p>
      </dgm:t>
    </dgm:pt>
    <dgm:pt modelId="{92837779-C948-4B0E-8DDC-5881F6FB6FC0}" type="sibTrans" cxnId="{52F43532-508C-42F7-8C47-1CAB6E123D01}">
      <dgm:prSet/>
      <dgm:spPr/>
      <dgm:t>
        <a:bodyPr/>
        <a:lstStyle/>
        <a:p>
          <a:endParaRPr lang="en-US"/>
        </a:p>
      </dgm:t>
    </dgm:pt>
    <dgm:pt modelId="{0DB5C460-8D85-490A-BB40-53638F7BD9D4}">
      <dgm:prSet/>
      <dgm:spPr/>
      <dgm:t>
        <a:bodyPr/>
        <a:lstStyle/>
        <a:p>
          <a:r>
            <a:rPr lang="pt-BR" noProof="0" dirty="0" err="1"/>
            <a:t>ItemDocumento</a:t>
          </a:r>
          <a:r>
            <a:rPr lang="pt-BR" noProof="0" dirty="0"/>
            <a:t> - Descrição, quantidade, valores, CFOP, CST, taxas</a:t>
          </a:r>
        </a:p>
      </dgm:t>
    </dgm:pt>
    <dgm:pt modelId="{E0DB2CC5-6D0A-4DBD-A498-8C7E52CAE0E5}" type="parTrans" cxnId="{342441BA-60BF-4A3D-B87D-AAF2564E9679}">
      <dgm:prSet/>
      <dgm:spPr/>
      <dgm:t>
        <a:bodyPr/>
        <a:lstStyle/>
        <a:p>
          <a:endParaRPr lang="en-US"/>
        </a:p>
      </dgm:t>
    </dgm:pt>
    <dgm:pt modelId="{D0B34C9E-FF14-46A4-B938-CACC2CD804DE}" type="sibTrans" cxnId="{342441BA-60BF-4A3D-B87D-AAF2564E9679}">
      <dgm:prSet/>
      <dgm:spPr/>
      <dgm:t>
        <a:bodyPr/>
        <a:lstStyle/>
        <a:p>
          <a:endParaRPr lang="en-US"/>
        </a:p>
      </dgm:t>
    </dgm:pt>
    <dgm:pt modelId="{C73E90F3-663B-4F6A-B4BF-87FE69DE1E3D}">
      <dgm:prSet/>
      <dgm:spPr/>
      <dgm:t>
        <a:bodyPr/>
        <a:lstStyle/>
        <a:p>
          <a:r>
            <a:rPr lang="pt-BR" noProof="0" dirty="0"/>
            <a:t>Benefício:</a:t>
          </a:r>
        </a:p>
      </dgm:t>
    </dgm:pt>
    <dgm:pt modelId="{E3B90E9D-7B30-4C3E-8AF3-8AACA57C86F8}" type="sibTrans" cxnId="{2BAD043C-A1B2-4F3E-B10C-308F70C99422}">
      <dgm:prSet/>
      <dgm:spPr/>
      <dgm:t>
        <a:bodyPr/>
        <a:lstStyle/>
        <a:p>
          <a:endParaRPr lang="en-US"/>
        </a:p>
      </dgm:t>
    </dgm:pt>
    <dgm:pt modelId="{57763F26-FEE1-4692-B061-8896B40EC6D8}" type="parTrans" cxnId="{2BAD043C-A1B2-4F3E-B10C-308F70C99422}">
      <dgm:prSet/>
      <dgm:spPr/>
      <dgm:t>
        <a:bodyPr/>
        <a:lstStyle/>
        <a:p>
          <a:endParaRPr lang="en-US"/>
        </a:p>
      </dgm:t>
    </dgm:pt>
    <dgm:pt modelId="{65F556F1-15A8-4DFA-8A4D-7BB719F6F3FE}">
      <dgm:prSet/>
      <dgm:spPr/>
      <dgm:t>
        <a:bodyPr/>
        <a:lstStyle/>
        <a:p>
          <a:r>
            <a:rPr lang="pt-BR" noProof="0" dirty="0"/>
            <a:t>Validação automática de i</a:t>
          </a:r>
          <a:r>
            <a:rPr lang="pt-BR" b="0" i="0" noProof="0" dirty="0"/>
            <a:t>nconsistências </a:t>
          </a:r>
          <a:endParaRPr lang="pt-BR" noProof="0" dirty="0"/>
        </a:p>
      </dgm:t>
    </dgm:pt>
    <dgm:pt modelId="{E5CC4FFE-6FC2-43A1-BE09-4B56A3BCC04F}" type="parTrans" cxnId="{A25E00F6-9FC4-4EEC-A819-8FD5555AC742}">
      <dgm:prSet/>
      <dgm:spPr/>
      <dgm:t>
        <a:bodyPr/>
        <a:lstStyle/>
        <a:p>
          <a:endParaRPr lang="pt-BR"/>
        </a:p>
      </dgm:t>
    </dgm:pt>
    <dgm:pt modelId="{C9F7AC19-A34B-4ACC-B7C6-4202F8B13314}" type="sibTrans" cxnId="{A25E00F6-9FC4-4EEC-A819-8FD5555AC742}">
      <dgm:prSet/>
      <dgm:spPr/>
      <dgm:t>
        <a:bodyPr/>
        <a:lstStyle/>
        <a:p>
          <a:endParaRPr lang="pt-BR"/>
        </a:p>
      </dgm:t>
    </dgm:pt>
    <dgm:pt modelId="{104119AB-9D68-48D2-9ADB-C656AD022CD1}">
      <dgm:prSet/>
      <dgm:spPr/>
      <dgm:t>
        <a:bodyPr/>
        <a:lstStyle/>
        <a:p>
          <a:r>
            <a:rPr lang="pt-BR" noProof="0" dirty="0"/>
            <a:t>Preenchimento de campos obrigatórios</a:t>
          </a:r>
        </a:p>
      </dgm:t>
    </dgm:pt>
    <dgm:pt modelId="{1E22D553-73D5-4728-B84A-FD5CEE9C9F14}" type="parTrans" cxnId="{1DADC872-36CF-4BAD-B030-5C6D0EB041EE}">
      <dgm:prSet/>
      <dgm:spPr/>
      <dgm:t>
        <a:bodyPr/>
        <a:lstStyle/>
        <a:p>
          <a:endParaRPr lang="pt-BR"/>
        </a:p>
      </dgm:t>
    </dgm:pt>
    <dgm:pt modelId="{288661C1-BC87-4D63-B726-E612A77BE1B1}" type="sibTrans" cxnId="{1DADC872-36CF-4BAD-B030-5C6D0EB041EE}">
      <dgm:prSet/>
      <dgm:spPr/>
      <dgm:t>
        <a:bodyPr/>
        <a:lstStyle/>
        <a:p>
          <a:endParaRPr lang="pt-BR"/>
        </a:p>
      </dgm:t>
    </dgm:pt>
    <dgm:pt modelId="{255373BA-121E-45E1-99EB-E74051C5AD2C}" type="pres">
      <dgm:prSet presAssocID="{5511596D-2932-4D1D-B42B-96E4425ACF1C}" presName="linear" presStyleCnt="0">
        <dgm:presLayoutVars>
          <dgm:animLvl val="lvl"/>
          <dgm:resizeHandles val="exact"/>
        </dgm:presLayoutVars>
      </dgm:prSet>
      <dgm:spPr/>
    </dgm:pt>
    <dgm:pt modelId="{0E16C66B-1250-4C7A-A23D-93EC1BF3C777}" type="pres">
      <dgm:prSet presAssocID="{D601D996-B348-49A3-9DA2-54F9AE84D4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514DCE9-0D6D-4BFA-9183-90B3C892ED65}" type="pres">
      <dgm:prSet presAssocID="{D601D996-B348-49A3-9DA2-54F9AE84D426}" presName="childText" presStyleLbl="revTx" presStyleIdx="0" presStyleCnt="3">
        <dgm:presLayoutVars>
          <dgm:bulletEnabled val="1"/>
        </dgm:presLayoutVars>
      </dgm:prSet>
      <dgm:spPr/>
    </dgm:pt>
    <dgm:pt modelId="{F3FF970B-952B-4D28-A293-26CF67AC15FA}" type="pres">
      <dgm:prSet presAssocID="{ADEB4D31-894C-4E06-A62C-D1EEE3C8E9E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EEF6AC3-2C77-4C06-BCDC-F754DB31BF78}" type="pres">
      <dgm:prSet presAssocID="{ADEB4D31-894C-4E06-A62C-D1EEE3C8E9E8}" presName="childText" presStyleLbl="revTx" presStyleIdx="1" presStyleCnt="3">
        <dgm:presLayoutVars>
          <dgm:bulletEnabled val="1"/>
        </dgm:presLayoutVars>
      </dgm:prSet>
      <dgm:spPr/>
    </dgm:pt>
    <dgm:pt modelId="{BD14E089-0AA4-41EC-B08A-8C4E86AF408B}" type="pres">
      <dgm:prSet presAssocID="{C73E90F3-663B-4F6A-B4BF-87FE69DE1E3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DA242B8-E9B1-40E2-AA24-F5EDCD419489}" type="pres">
      <dgm:prSet presAssocID="{C73E90F3-663B-4F6A-B4BF-87FE69DE1E3D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18F3515-8107-46B6-9D5E-CAEF82EA5C7C}" srcId="{ADEB4D31-894C-4E06-A62C-D1EEE3C8E9E8}" destId="{FEA41664-5940-41CA-B25D-A21BC21873F8}" srcOrd="0" destOrd="0" parTransId="{9DA958D7-76B3-4E79-8E64-D46A1D1874F4}" sibTransId="{49011F5C-663C-4ED9-BA4C-99DA8A2C58F0}"/>
    <dgm:cxn modelId="{F471AA1B-5D7A-4FE4-AFCA-C2A7E875B3DA}" type="presOf" srcId="{104119AB-9D68-48D2-9ADB-C656AD022CD1}" destId="{CDA242B8-E9B1-40E2-AA24-F5EDCD419489}" srcOrd="0" destOrd="1" presId="urn:microsoft.com/office/officeart/2005/8/layout/vList2"/>
    <dgm:cxn modelId="{04B5811F-57E8-45C9-9D57-A79F3F02FB81}" type="presOf" srcId="{C73E90F3-663B-4F6A-B4BF-87FE69DE1E3D}" destId="{BD14E089-0AA4-41EC-B08A-8C4E86AF408B}" srcOrd="0" destOrd="0" presId="urn:microsoft.com/office/officeart/2005/8/layout/vList2"/>
    <dgm:cxn modelId="{C0161A22-E16B-48BC-8CC4-2BC4238900A3}" type="presOf" srcId="{5511596D-2932-4D1D-B42B-96E4425ACF1C}" destId="{255373BA-121E-45E1-99EB-E74051C5AD2C}" srcOrd="0" destOrd="0" presId="urn:microsoft.com/office/officeart/2005/8/layout/vList2"/>
    <dgm:cxn modelId="{52F43532-508C-42F7-8C47-1CAB6E123D01}" srcId="{ADEB4D31-894C-4E06-A62C-D1EEE3C8E9E8}" destId="{E6A32522-D1DA-481B-AF13-317AE70CA1E3}" srcOrd="1" destOrd="0" parTransId="{DB141D75-82C8-486D-BB65-05C91ACCBBA2}" sibTransId="{92837779-C948-4B0E-8DDC-5881F6FB6FC0}"/>
    <dgm:cxn modelId="{2BAD043C-A1B2-4F3E-B10C-308F70C99422}" srcId="{5511596D-2932-4D1D-B42B-96E4425ACF1C}" destId="{C73E90F3-663B-4F6A-B4BF-87FE69DE1E3D}" srcOrd="2" destOrd="0" parTransId="{57763F26-FEE1-4692-B061-8896B40EC6D8}" sibTransId="{E3B90E9D-7B30-4C3E-8AF3-8AACA57C86F8}"/>
    <dgm:cxn modelId="{A7EB3C46-44BE-47B1-B9EF-49A9975D7AF3}" type="presOf" srcId="{E6A32522-D1DA-481B-AF13-317AE70CA1E3}" destId="{CEEF6AC3-2C77-4C06-BCDC-F754DB31BF78}" srcOrd="0" destOrd="1" presId="urn:microsoft.com/office/officeart/2005/8/layout/vList2"/>
    <dgm:cxn modelId="{1DADC872-36CF-4BAD-B030-5C6D0EB041EE}" srcId="{C73E90F3-663B-4F6A-B4BF-87FE69DE1E3D}" destId="{104119AB-9D68-48D2-9ADB-C656AD022CD1}" srcOrd="1" destOrd="0" parTransId="{1E22D553-73D5-4728-B84A-FD5CEE9C9F14}" sibTransId="{288661C1-BC87-4D63-B726-E612A77BE1B1}"/>
    <dgm:cxn modelId="{BCF69053-D637-4F48-9B4D-0B3732C95314}" type="presOf" srcId="{9C8FFDDB-81CC-4D75-A5FB-D5169A482C28}" destId="{9514DCE9-0D6D-4BFA-9183-90B3C892ED65}" srcOrd="0" destOrd="0" presId="urn:microsoft.com/office/officeart/2005/8/layout/vList2"/>
    <dgm:cxn modelId="{C0D40177-66FA-4777-BBF8-2761B83F9F2A}" srcId="{D601D996-B348-49A3-9DA2-54F9AE84D426}" destId="{9C8FFDDB-81CC-4D75-A5FB-D5169A482C28}" srcOrd="0" destOrd="0" parTransId="{F547F48C-F32E-469A-AA57-A6A7E5747EF2}" sibTransId="{65DD6A9B-3671-46C6-AABC-772589B76FBC}"/>
    <dgm:cxn modelId="{3178DD87-3ADF-41DF-B858-01FB2A2A0A20}" type="presOf" srcId="{0DB5C460-8D85-490A-BB40-53638F7BD9D4}" destId="{CEEF6AC3-2C77-4C06-BCDC-F754DB31BF78}" srcOrd="0" destOrd="2" presId="urn:microsoft.com/office/officeart/2005/8/layout/vList2"/>
    <dgm:cxn modelId="{CC4A8D89-49EA-4124-A8D7-BF387A49F4F7}" type="presOf" srcId="{65F556F1-15A8-4DFA-8A4D-7BB719F6F3FE}" destId="{CDA242B8-E9B1-40E2-AA24-F5EDCD419489}" srcOrd="0" destOrd="0" presId="urn:microsoft.com/office/officeart/2005/8/layout/vList2"/>
    <dgm:cxn modelId="{342441BA-60BF-4A3D-B87D-AAF2564E9679}" srcId="{ADEB4D31-894C-4E06-A62C-D1EEE3C8E9E8}" destId="{0DB5C460-8D85-490A-BB40-53638F7BD9D4}" srcOrd="2" destOrd="0" parTransId="{E0DB2CC5-6D0A-4DBD-A498-8C7E52CAE0E5}" sibTransId="{D0B34C9E-FF14-46A4-B938-CACC2CD804DE}"/>
    <dgm:cxn modelId="{8C062ADD-F4C0-4505-A403-20DBB0F00338}" type="presOf" srcId="{ADEB4D31-894C-4E06-A62C-D1EEE3C8E9E8}" destId="{F3FF970B-952B-4D28-A293-26CF67AC15FA}" srcOrd="0" destOrd="0" presId="urn:microsoft.com/office/officeart/2005/8/layout/vList2"/>
    <dgm:cxn modelId="{CC014CE0-ABB4-4495-AB6B-6ADE41CB1CCD}" type="presOf" srcId="{FEA41664-5940-41CA-B25D-A21BC21873F8}" destId="{CEEF6AC3-2C77-4C06-BCDC-F754DB31BF78}" srcOrd="0" destOrd="0" presId="urn:microsoft.com/office/officeart/2005/8/layout/vList2"/>
    <dgm:cxn modelId="{0EEEB3E2-B41E-427A-AFE4-689FB851DB09}" type="presOf" srcId="{D601D996-B348-49A3-9DA2-54F9AE84D426}" destId="{0E16C66B-1250-4C7A-A23D-93EC1BF3C777}" srcOrd="0" destOrd="0" presId="urn:microsoft.com/office/officeart/2005/8/layout/vList2"/>
    <dgm:cxn modelId="{630B24E8-01BF-403B-95B2-FCEA63C47233}" srcId="{5511596D-2932-4D1D-B42B-96E4425ACF1C}" destId="{D601D996-B348-49A3-9DA2-54F9AE84D426}" srcOrd="0" destOrd="0" parTransId="{D5182134-421A-45E0-894F-4F8393B4DBCD}" sibTransId="{28B30A18-D14F-4DF0-A536-F6B949828C4E}"/>
    <dgm:cxn modelId="{75F072F3-AC4A-49B3-A4CA-C6144902413F}" srcId="{5511596D-2932-4D1D-B42B-96E4425ACF1C}" destId="{ADEB4D31-894C-4E06-A62C-D1EEE3C8E9E8}" srcOrd="1" destOrd="0" parTransId="{BF33C570-F365-4D5A-9658-E71AC6270819}" sibTransId="{352BB46E-F7F4-4475-A235-A0B1EAE30E93}"/>
    <dgm:cxn modelId="{A25E00F6-9FC4-4EEC-A819-8FD5555AC742}" srcId="{C73E90F3-663B-4F6A-B4BF-87FE69DE1E3D}" destId="{65F556F1-15A8-4DFA-8A4D-7BB719F6F3FE}" srcOrd="0" destOrd="0" parTransId="{E5CC4FFE-6FC2-43A1-BE09-4B56A3BCC04F}" sibTransId="{C9F7AC19-A34B-4ACC-B7C6-4202F8B13314}"/>
    <dgm:cxn modelId="{09876CA4-D2F9-40EA-975D-0AF429E798CF}" type="presParOf" srcId="{255373BA-121E-45E1-99EB-E74051C5AD2C}" destId="{0E16C66B-1250-4C7A-A23D-93EC1BF3C777}" srcOrd="0" destOrd="0" presId="urn:microsoft.com/office/officeart/2005/8/layout/vList2"/>
    <dgm:cxn modelId="{7DC8CD2E-EBFB-4A72-8093-1925FCB0B65A}" type="presParOf" srcId="{255373BA-121E-45E1-99EB-E74051C5AD2C}" destId="{9514DCE9-0D6D-4BFA-9183-90B3C892ED65}" srcOrd="1" destOrd="0" presId="urn:microsoft.com/office/officeart/2005/8/layout/vList2"/>
    <dgm:cxn modelId="{FAD3F744-2F06-4887-88F1-349CF86971AE}" type="presParOf" srcId="{255373BA-121E-45E1-99EB-E74051C5AD2C}" destId="{F3FF970B-952B-4D28-A293-26CF67AC15FA}" srcOrd="2" destOrd="0" presId="urn:microsoft.com/office/officeart/2005/8/layout/vList2"/>
    <dgm:cxn modelId="{A941A4A5-6085-4514-BDE6-5AA1445FC24A}" type="presParOf" srcId="{255373BA-121E-45E1-99EB-E74051C5AD2C}" destId="{CEEF6AC3-2C77-4C06-BCDC-F754DB31BF78}" srcOrd="3" destOrd="0" presId="urn:microsoft.com/office/officeart/2005/8/layout/vList2"/>
    <dgm:cxn modelId="{1554C2A3-F79F-46B0-824A-4405E2E5A5DB}" type="presParOf" srcId="{255373BA-121E-45E1-99EB-E74051C5AD2C}" destId="{BD14E089-0AA4-41EC-B08A-8C4E86AF408B}" srcOrd="4" destOrd="0" presId="urn:microsoft.com/office/officeart/2005/8/layout/vList2"/>
    <dgm:cxn modelId="{33F774C9-0449-4AEE-B609-3CD726096E48}" type="presParOf" srcId="{255373BA-121E-45E1-99EB-E74051C5AD2C}" destId="{CDA242B8-E9B1-40E2-AA24-F5EDCD41948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1C9A695-0904-4EC6-919B-2D780044E972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509B1ED-F5E2-4175-8849-101D931CB723}">
      <dgm:prSet/>
      <dgm:spPr/>
      <dgm:t>
        <a:bodyPr/>
        <a:lstStyle/>
        <a:p>
          <a:r>
            <a:rPr lang="pt-BR" b="0" i="0" dirty="0"/>
            <a:t>Validação de Consistência:</a:t>
          </a:r>
          <a:endParaRPr lang="en-US" dirty="0"/>
        </a:p>
      </dgm:t>
    </dgm:pt>
    <dgm:pt modelId="{2752F33D-3E51-4D77-AB5B-CA3A614FFE2F}" type="parTrans" cxnId="{DC08D3BE-3F95-494F-8593-0A5FEA195360}">
      <dgm:prSet/>
      <dgm:spPr/>
      <dgm:t>
        <a:bodyPr/>
        <a:lstStyle/>
        <a:p>
          <a:endParaRPr lang="en-US"/>
        </a:p>
      </dgm:t>
    </dgm:pt>
    <dgm:pt modelId="{0C454A56-31D8-4052-BA66-CA7D8AB4AE75}" type="sibTrans" cxnId="{DC08D3BE-3F95-494F-8593-0A5FEA195360}">
      <dgm:prSet/>
      <dgm:spPr/>
      <dgm:t>
        <a:bodyPr/>
        <a:lstStyle/>
        <a:p>
          <a:endParaRPr lang="en-US"/>
        </a:p>
      </dgm:t>
    </dgm:pt>
    <dgm:pt modelId="{6F431B93-21D6-4479-B28B-B790461E3F8F}">
      <dgm:prSet/>
      <dgm:spPr/>
      <dgm:t>
        <a:bodyPr/>
        <a:lstStyle/>
        <a:p>
          <a:r>
            <a:rPr lang="pt-BR"/>
            <a:t>Comparação entre soma dos itens e valor total da nota</a:t>
          </a:r>
          <a:endParaRPr lang="en-US"/>
        </a:p>
      </dgm:t>
    </dgm:pt>
    <dgm:pt modelId="{A5DCFC9A-688B-4F68-B082-9200E3ED83A4}" type="parTrans" cxnId="{2EDBAF99-A27C-4EF4-9B61-8ABD14B0ABFE}">
      <dgm:prSet/>
      <dgm:spPr/>
      <dgm:t>
        <a:bodyPr/>
        <a:lstStyle/>
        <a:p>
          <a:endParaRPr lang="en-US"/>
        </a:p>
      </dgm:t>
    </dgm:pt>
    <dgm:pt modelId="{1C6B608F-F727-477C-825F-00696B2BFD84}" type="sibTrans" cxnId="{2EDBAF99-A27C-4EF4-9B61-8ABD14B0ABFE}">
      <dgm:prSet/>
      <dgm:spPr/>
      <dgm:t>
        <a:bodyPr/>
        <a:lstStyle/>
        <a:p>
          <a:endParaRPr lang="en-US"/>
        </a:p>
      </dgm:t>
    </dgm:pt>
    <dgm:pt modelId="{07052D34-77B8-46F0-8EF3-403C0FD3C160}">
      <dgm:prSet/>
      <dgm:spPr/>
      <dgm:t>
        <a:bodyPr/>
        <a:lstStyle/>
        <a:p>
          <a:r>
            <a:rPr lang="pt-BR"/>
            <a:t>Tolerância de R$ 0,01 para diferenças de arredondamento</a:t>
          </a:r>
          <a:endParaRPr lang="en-US"/>
        </a:p>
      </dgm:t>
    </dgm:pt>
    <dgm:pt modelId="{8E6D3976-8AD9-420D-B1B4-3EFE24D4A541}" type="parTrans" cxnId="{18B5573B-6DC6-405B-8FD0-F9D533B6393F}">
      <dgm:prSet/>
      <dgm:spPr/>
      <dgm:t>
        <a:bodyPr/>
        <a:lstStyle/>
        <a:p>
          <a:endParaRPr lang="en-US"/>
        </a:p>
      </dgm:t>
    </dgm:pt>
    <dgm:pt modelId="{8925A3C1-5014-4E7E-AAF0-776C906F3DC2}" type="sibTrans" cxnId="{18B5573B-6DC6-405B-8FD0-F9D533B6393F}">
      <dgm:prSet/>
      <dgm:spPr/>
      <dgm:t>
        <a:bodyPr/>
        <a:lstStyle/>
        <a:p>
          <a:endParaRPr lang="en-US"/>
        </a:p>
      </dgm:t>
    </dgm:pt>
    <dgm:pt modelId="{9A8B9EFB-BD06-4D88-BE51-1F569A960FB9}">
      <dgm:prSet/>
      <dgm:spPr/>
      <dgm:t>
        <a:bodyPr/>
        <a:lstStyle/>
        <a:p>
          <a:r>
            <a:rPr lang="pt-BR" b="0" i="0"/>
            <a:t>Enriquecimento com Regex:</a:t>
          </a:r>
          <a:endParaRPr lang="en-US"/>
        </a:p>
      </dgm:t>
    </dgm:pt>
    <dgm:pt modelId="{F0B0362B-1039-4140-9C69-9F8650B8E3A6}" type="parTrans" cxnId="{06FC48C7-3425-4168-896C-F20C7F54F5B5}">
      <dgm:prSet/>
      <dgm:spPr/>
      <dgm:t>
        <a:bodyPr/>
        <a:lstStyle/>
        <a:p>
          <a:endParaRPr lang="en-US"/>
        </a:p>
      </dgm:t>
    </dgm:pt>
    <dgm:pt modelId="{27725ADB-FFB5-48CF-99FB-1A952C5A6729}" type="sibTrans" cxnId="{06FC48C7-3425-4168-896C-F20C7F54F5B5}">
      <dgm:prSet/>
      <dgm:spPr/>
      <dgm:t>
        <a:bodyPr/>
        <a:lstStyle/>
        <a:p>
          <a:endParaRPr lang="en-US"/>
        </a:p>
      </dgm:t>
    </dgm:pt>
    <dgm:pt modelId="{B2C61997-7AE0-431B-BBE9-0F91440DC9D1}">
      <dgm:prSet/>
      <dgm:spPr/>
      <dgm:t>
        <a:bodyPr/>
        <a:lstStyle/>
        <a:p>
          <a:r>
            <a:rPr lang="pt-BR"/>
            <a:t>Busca de códigos CFOP (4 dígitos) não extraídos pelo LLM</a:t>
          </a:r>
          <a:endParaRPr lang="en-US"/>
        </a:p>
      </dgm:t>
    </dgm:pt>
    <dgm:pt modelId="{AF712032-95FF-4E28-B3F2-99E3A4FA8AD5}" type="parTrans" cxnId="{569A1741-0BAF-410C-B363-26875BB9F2C5}">
      <dgm:prSet/>
      <dgm:spPr/>
      <dgm:t>
        <a:bodyPr/>
        <a:lstStyle/>
        <a:p>
          <a:endParaRPr lang="en-US"/>
        </a:p>
      </dgm:t>
    </dgm:pt>
    <dgm:pt modelId="{02312CE8-5D77-4076-8265-92344E00062E}" type="sibTrans" cxnId="{569A1741-0BAF-410C-B363-26875BB9F2C5}">
      <dgm:prSet/>
      <dgm:spPr/>
      <dgm:t>
        <a:bodyPr/>
        <a:lstStyle/>
        <a:p>
          <a:endParaRPr lang="en-US"/>
        </a:p>
      </dgm:t>
    </dgm:pt>
    <dgm:pt modelId="{D95C0498-6E23-41B3-9977-F4B24D023283}">
      <dgm:prSet/>
      <dgm:spPr/>
      <dgm:t>
        <a:bodyPr/>
        <a:lstStyle/>
        <a:p>
          <a:r>
            <a:rPr lang="pt-BR"/>
            <a:t>Identificação de CST/CSOSN (2-3 dígitos) faltantes</a:t>
          </a:r>
          <a:endParaRPr lang="en-US"/>
        </a:p>
      </dgm:t>
    </dgm:pt>
    <dgm:pt modelId="{B46725D6-2DF7-4560-8B67-4305D6DB0E63}" type="parTrans" cxnId="{41771003-1D03-4D28-8192-DF0C94F98CE7}">
      <dgm:prSet/>
      <dgm:spPr/>
      <dgm:t>
        <a:bodyPr/>
        <a:lstStyle/>
        <a:p>
          <a:endParaRPr lang="en-US"/>
        </a:p>
      </dgm:t>
    </dgm:pt>
    <dgm:pt modelId="{4EC12F8B-6387-42C5-9036-51B9922C6180}" type="sibTrans" cxnId="{41771003-1D03-4D28-8192-DF0C94F98CE7}">
      <dgm:prSet/>
      <dgm:spPr/>
      <dgm:t>
        <a:bodyPr/>
        <a:lstStyle/>
        <a:p>
          <a:endParaRPr lang="en-US"/>
        </a:p>
      </dgm:t>
    </dgm:pt>
    <dgm:pt modelId="{12447DA6-7B3C-49D3-A6EE-24A344AFD43D}">
      <dgm:prSet/>
      <dgm:spPr/>
      <dgm:t>
        <a:bodyPr/>
        <a:lstStyle/>
        <a:p>
          <a:r>
            <a:rPr lang="pt-BR" b="0" i="0"/>
            <a:t>Verificação de Qualidade: Checagem de campos críticos</a:t>
          </a:r>
          <a:endParaRPr lang="en-US"/>
        </a:p>
      </dgm:t>
    </dgm:pt>
    <dgm:pt modelId="{DC1DFC04-2EFE-4957-960C-747A58B9F614}" type="parTrans" cxnId="{75A1B44F-5C4F-4FC6-B86C-0165039716A8}">
      <dgm:prSet/>
      <dgm:spPr/>
      <dgm:t>
        <a:bodyPr/>
        <a:lstStyle/>
        <a:p>
          <a:endParaRPr lang="en-US"/>
        </a:p>
      </dgm:t>
    </dgm:pt>
    <dgm:pt modelId="{D1AED83F-BC3B-46B5-BB07-3C8F07433CBE}" type="sibTrans" cxnId="{75A1B44F-5C4F-4FC6-B86C-0165039716A8}">
      <dgm:prSet/>
      <dgm:spPr/>
      <dgm:t>
        <a:bodyPr/>
        <a:lstStyle/>
        <a:p>
          <a:endParaRPr lang="en-US"/>
        </a:p>
      </dgm:t>
    </dgm:pt>
    <dgm:pt modelId="{0A57CE8D-AC99-4419-B8A6-30199F747345}" type="pres">
      <dgm:prSet presAssocID="{21C9A695-0904-4EC6-919B-2D780044E972}" presName="Name0" presStyleCnt="0">
        <dgm:presLayoutVars>
          <dgm:dir/>
          <dgm:animLvl val="lvl"/>
          <dgm:resizeHandles val="exact"/>
        </dgm:presLayoutVars>
      </dgm:prSet>
      <dgm:spPr/>
    </dgm:pt>
    <dgm:pt modelId="{02106D84-1297-4EC1-9156-FB673B01C9AB}" type="pres">
      <dgm:prSet presAssocID="{12447DA6-7B3C-49D3-A6EE-24A344AFD43D}" presName="boxAndChildren" presStyleCnt="0"/>
      <dgm:spPr/>
    </dgm:pt>
    <dgm:pt modelId="{B445A357-AAC1-43AC-829F-4597A59DFA9D}" type="pres">
      <dgm:prSet presAssocID="{12447DA6-7B3C-49D3-A6EE-24A344AFD43D}" presName="parentTextBox" presStyleLbl="node1" presStyleIdx="0" presStyleCnt="3"/>
      <dgm:spPr/>
    </dgm:pt>
    <dgm:pt modelId="{03C43085-2878-4D2F-8526-B309E69C707D}" type="pres">
      <dgm:prSet presAssocID="{27725ADB-FFB5-48CF-99FB-1A952C5A6729}" presName="sp" presStyleCnt="0"/>
      <dgm:spPr/>
    </dgm:pt>
    <dgm:pt modelId="{435720DC-1862-4362-90AA-2CB9E2424AD9}" type="pres">
      <dgm:prSet presAssocID="{9A8B9EFB-BD06-4D88-BE51-1F569A960FB9}" presName="arrowAndChildren" presStyleCnt="0"/>
      <dgm:spPr/>
    </dgm:pt>
    <dgm:pt modelId="{F463E5C0-1180-4CA9-9DB8-FC00794F5B3C}" type="pres">
      <dgm:prSet presAssocID="{9A8B9EFB-BD06-4D88-BE51-1F569A960FB9}" presName="parentTextArrow" presStyleLbl="node1" presStyleIdx="0" presStyleCnt="3"/>
      <dgm:spPr/>
    </dgm:pt>
    <dgm:pt modelId="{D84A7EFB-7FA8-4729-B47F-ED72D6C57FC7}" type="pres">
      <dgm:prSet presAssocID="{9A8B9EFB-BD06-4D88-BE51-1F569A960FB9}" presName="arrow" presStyleLbl="node1" presStyleIdx="1" presStyleCnt="3"/>
      <dgm:spPr/>
    </dgm:pt>
    <dgm:pt modelId="{523169BD-E6E2-49B3-8AEA-F925739E10F9}" type="pres">
      <dgm:prSet presAssocID="{9A8B9EFB-BD06-4D88-BE51-1F569A960FB9}" presName="descendantArrow" presStyleCnt="0"/>
      <dgm:spPr/>
    </dgm:pt>
    <dgm:pt modelId="{7CABDA87-EBDC-469F-8982-24EE828B1430}" type="pres">
      <dgm:prSet presAssocID="{B2C61997-7AE0-431B-BBE9-0F91440DC9D1}" presName="childTextArrow" presStyleLbl="fgAccFollowNode1" presStyleIdx="0" presStyleCnt="4">
        <dgm:presLayoutVars>
          <dgm:bulletEnabled val="1"/>
        </dgm:presLayoutVars>
      </dgm:prSet>
      <dgm:spPr/>
    </dgm:pt>
    <dgm:pt modelId="{C3C6FA5F-498B-4C7A-9610-77C96BF87CC3}" type="pres">
      <dgm:prSet presAssocID="{D95C0498-6E23-41B3-9977-F4B24D023283}" presName="childTextArrow" presStyleLbl="fgAccFollowNode1" presStyleIdx="1" presStyleCnt="4">
        <dgm:presLayoutVars>
          <dgm:bulletEnabled val="1"/>
        </dgm:presLayoutVars>
      </dgm:prSet>
      <dgm:spPr/>
    </dgm:pt>
    <dgm:pt modelId="{91A90A8E-EABC-443E-91B2-A03A2B70283F}" type="pres">
      <dgm:prSet presAssocID="{0C454A56-31D8-4052-BA66-CA7D8AB4AE75}" presName="sp" presStyleCnt="0"/>
      <dgm:spPr/>
    </dgm:pt>
    <dgm:pt modelId="{2D6C971F-89B3-482C-8751-3F54A2666EF7}" type="pres">
      <dgm:prSet presAssocID="{A509B1ED-F5E2-4175-8849-101D931CB723}" presName="arrowAndChildren" presStyleCnt="0"/>
      <dgm:spPr/>
    </dgm:pt>
    <dgm:pt modelId="{84349431-2339-44CA-814A-0B50EFFE9E99}" type="pres">
      <dgm:prSet presAssocID="{A509B1ED-F5E2-4175-8849-101D931CB723}" presName="parentTextArrow" presStyleLbl="node1" presStyleIdx="1" presStyleCnt="3"/>
      <dgm:spPr/>
    </dgm:pt>
    <dgm:pt modelId="{BF553A16-676F-4BD0-9290-4ECB283986F2}" type="pres">
      <dgm:prSet presAssocID="{A509B1ED-F5E2-4175-8849-101D931CB723}" presName="arrow" presStyleLbl="node1" presStyleIdx="2" presStyleCnt="3"/>
      <dgm:spPr/>
    </dgm:pt>
    <dgm:pt modelId="{C29E8B4D-30FA-4452-8144-78024A775DAB}" type="pres">
      <dgm:prSet presAssocID="{A509B1ED-F5E2-4175-8849-101D931CB723}" presName="descendantArrow" presStyleCnt="0"/>
      <dgm:spPr/>
    </dgm:pt>
    <dgm:pt modelId="{EC05043A-9C29-44E9-A246-213B530FCDD5}" type="pres">
      <dgm:prSet presAssocID="{6F431B93-21D6-4479-B28B-B790461E3F8F}" presName="childTextArrow" presStyleLbl="fgAccFollowNode1" presStyleIdx="2" presStyleCnt="4">
        <dgm:presLayoutVars>
          <dgm:bulletEnabled val="1"/>
        </dgm:presLayoutVars>
      </dgm:prSet>
      <dgm:spPr/>
    </dgm:pt>
    <dgm:pt modelId="{954D0113-E843-4459-978A-6B7A6ADB9716}" type="pres">
      <dgm:prSet presAssocID="{07052D34-77B8-46F0-8EF3-403C0FD3C160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C9371601-4C56-4775-AFA2-43FA20465698}" type="presOf" srcId="{21C9A695-0904-4EC6-919B-2D780044E972}" destId="{0A57CE8D-AC99-4419-B8A6-30199F747345}" srcOrd="0" destOrd="0" presId="urn:microsoft.com/office/officeart/2005/8/layout/process4"/>
    <dgm:cxn modelId="{41771003-1D03-4D28-8192-DF0C94F98CE7}" srcId="{9A8B9EFB-BD06-4D88-BE51-1F569A960FB9}" destId="{D95C0498-6E23-41B3-9977-F4B24D023283}" srcOrd="1" destOrd="0" parTransId="{B46725D6-2DF7-4560-8B67-4305D6DB0E63}" sibTransId="{4EC12F8B-6387-42C5-9036-51B9922C6180}"/>
    <dgm:cxn modelId="{6217C712-A1C7-467F-9C15-13FE30363DAB}" type="presOf" srcId="{A509B1ED-F5E2-4175-8849-101D931CB723}" destId="{BF553A16-676F-4BD0-9290-4ECB283986F2}" srcOrd="1" destOrd="0" presId="urn:microsoft.com/office/officeart/2005/8/layout/process4"/>
    <dgm:cxn modelId="{76E3092E-5DA0-4B4B-9EB7-A4AD489B554C}" type="presOf" srcId="{9A8B9EFB-BD06-4D88-BE51-1F569A960FB9}" destId="{F463E5C0-1180-4CA9-9DB8-FC00794F5B3C}" srcOrd="0" destOrd="0" presId="urn:microsoft.com/office/officeart/2005/8/layout/process4"/>
    <dgm:cxn modelId="{18B5573B-6DC6-405B-8FD0-F9D533B6393F}" srcId="{A509B1ED-F5E2-4175-8849-101D931CB723}" destId="{07052D34-77B8-46F0-8EF3-403C0FD3C160}" srcOrd="1" destOrd="0" parTransId="{8E6D3976-8AD9-420D-B1B4-3EFE24D4A541}" sibTransId="{8925A3C1-5014-4E7E-AAF0-776C906F3DC2}"/>
    <dgm:cxn modelId="{569A1741-0BAF-410C-B363-26875BB9F2C5}" srcId="{9A8B9EFB-BD06-4D88-BE51-1F569A960FB9}" destId="{B2C61997-7AE0-431B-BBE9-0F91440DC9D1}" srcOrd="0" destOrd="0" parTransId="{AF712032-95FF-4E28-B3F2-99E3A4FA8AD5}" sibTransId="{02312CE8-5D77-4076-8265-92344E00062E}"/>
    <dgm:cxn modelId="{75A1B44F-5C4F-4FC6-B86C-0165039716A8}" srcId="{21C9A695-0904-4EC6-919B-2D780044E972}" destId="{12447DA6-7B3C-49D3-A6EE-24A344AFD43D}" srcOrd="2" destOrd="0" parTransId="{DC1DFC04-2EFE-4957-960C-747A58B9F614}" sibTransId="{D1AED83F-BC3B-46B5-BB07-3C8F07433CBE}"/>
    <dgm:cxn modelId="{2EDBAF99-A27C-4EF4-9B61-8ABD14B0ABFE}" srcId="{A509B1ED-F5E2-4175-8849-101D931CB723}" destId="{6F431B93-21D6-4479-B28B-B790461E3F8F}" srcOrd="0" destOrd="0" parTransId="{A5DCFC9A-688B-4F68-B082-9200E3ED83A4}" sibTransId="{1C6B608F-F727-477C-825F-00696B2BFD84}"/>
    <dgm:cxn modelId="{F5F0C0A5-7DDA-4972-853A-3DD0E5F2A9FB}" type="presOf" srcId="{6F431B93-21D6-4479-B28B-B790461E3F8F}" destId="{EC05043A-9C29-44E9-A246-213B530FCDD5}" srcOrd="0" destOrd="0" presId="urn:microsoft.com/office/officeart/2005/8/layout/process4"/>
    <dgm:cxn modelId="{EC2DDBAD-E5A6-492D-8E63-CDCE50CF731C}" type="presOf" srcId="{B2C61997-7AE0-431B-BBE9-0F91440DC9D1}" destId="{7CABDA87-EBDC-469F-8982-24EE828B1430}" srcOrd="0" destOrd="0" presId="urn:microsoft.com/office/officeart/2005/8/layout/process4"/>
    <dgm:cxn modelId="{1DD97BAF-B505-4819-8E9E-6306A825C5DB}" type="presOf" srcId="{9A8B9EFB-BD06-4D88-BE51-1F569A960FB9}" destId="{D84A7EFB-7FA8-4729-B47F-ED72D6C57FC7}" srcOrd="1" destOrd="0" presId="urn:microsoft.com/office/officeart/2005/8/layout/process4"/>
    <dgm:cxn modelId="{B2FC92AF-14E0-4C75-81A2-137092AEDD41}" type="presOf" srcId="{D95C0498-6E23-41B3-9977-F4B24D023283}" destId="{C3C6FA5F-498B-4C7A-9610-77C96BF87CC3}" srcOrd="0" destOrd="0" presId="urn:microsoft.com/office/officeart/2005/8/layout/process4"/>
    <dgm:cxn modelId="{B874F8B3-CEA4-4A4D-A5E3-7F1F3214595D}" type="presOf" srcId="{07052D34-77B8-46F0-8EF3-403C0FD3C160}" destId="{954D0113-E843-4459-978A-6B7A6ADB9716}" srcOrd="0" destOrd="0" presId="urn:microsoft.com/office/officeart/2005/8/layout/process4"/>
    <dgm:cxn modelId="{DC08D3BE-3F95-494F-8593-0A5FEA195360}" srcId="{21C9A695-0904-4EC6-919B-2D780044E972}" destId="{A509B1ED-F5E2-4175-8849-101D931CB723}" srcOrd="0" destOrd="0" parTransId="{2752F33D-3E51-4D77-AB5B-CA3A614FFE2F}" sibTransId="{0C454A56-31D8-4052-BA66-CA7D8AB4AE75}"/>
    <dgm:cxn modelId="{06FC48C7-3425-4168-896C-F20C7F54F5B5}" srcId="{21C9A695-0904-4EC6-919B-2D780044E972}" destId="{9A8B9EFB-BD06-4D88-BE51-1F569A960FB9}" srcOrd="1" destOrd="0" parTransId="{F0B0362B-1039-4140-9C69-9F8650B8E3A6}" sibTransId="{27725ADB-FFB5-48CF-99FB-1A952C5A6729}"/>
    <dgm:cxn modelId="{9B2C2FD7-E7D4-4FE7-BCDA-C593CE190084}" type="presOf" srcId="{12447DA6-7B3C-49D3-A6EE-24A344AFD43D}" destId="{B445A357-AAC1-43AC-829F-4597A59DFA9D}" srcOrd="0" destOrd="0" presId="urn:microsoft.com/office/officeart/2005/8/layout/process4"/>
    <dgm:cxn modelId="{1066B7DD-5B57-41FB-B185-57382060FDBA}" type="presOf" srcId="{A509B1ED-F5E2-4175-8849-101D931CB723}" destId="{84349431-2339-44CA-814A-0B50EFFE9E99}" srcOrd="0" destOrd="0" presId="urn:microsoft.com/office/officeart/2005/8/layout/process4"/>
    <dgm:cxn modelId="{9E908ED5-22EB-4B5F-B5AC-05F2C4CC598D}" type="presParOf" srcId="{0A57CE8D-AC99-4419-B8A6-30199F747345}" destId="{02106D84-1297-4EC1-9156-FB673B01C9AB}" srcOrd="0" destOrd="0" presId="urn:microsoft.com/office/officeart/2005/8/layout/process4"/>
    <dgm:cxn modelId="{AD6818C0-AD6F-4269-99C9-629CBA1F2A16}" type="presParOf" srcId="{02106D84-1297-4EC1-9156-FB673B01C9AB}" destId="{B445A357-AAC1-43AC-829F-4597A59DFA9D}" srcOrd="0" destOrd="0" presId="urn:microsoft.com/office/officeart/2005/8/layout/process4"/>
    <dgm:cxn modelId="{5BF5C50C-3879-41B4-B184-DE4588B1BE71}" type="presParOf" srcId="{0A57CE8D-AC99-4419-B8A6-30199F747345}" destId="{03C43085-2878-4D2F-8526-B309E69C707D}" srcOrd="1" destOrd="0" presId="urn:microsoft.com/office/officeart/2005/8/layout/process4"/>
    <dgm:cxn modelId="{EB71E25F-79AC-465E-9C4C-E63BE66C76B5}" type="presParOf" srcId="{0A57CE8D-AC99-4419-B8A6-30199F747345}" destId="{435720DC-1862-4362-90AA-2CB9E2424AD9}" srcOrd="2" destOrd="0" presId="urn:microsoft.com/office/officeart/2005/8/layout/process4"/>
    <dgm:cxn modelId="{A0943EB1-D1AB-40D7-85BA-F109094A3ED5}" type="presParOf" srcId="{435720DC-1862-4362-90AA-2CB9E2424AD9}" destId="{F463E5C0-1180-4CA9-9DB8-FC00794F5B3C}" srcOrd="0" destOrd="0" presId="urn:microsoft.com/office/officeart/2005/8/layout/process4"/>
    <dgm:cxn modelId="{FB4AE905-CC36-4F47-A1E9-3A3984E05C54}" type="presParOf" srcId="{435720DC-1862-4362-90AA-2CB9E2424AD9}" destId="{D84A7EFB-7FA8-4729-B47F-ED72D6C57FC7}" srcOrd="1" destOrd="0" presId="urn:microsoft.com/office/officeart/2005/8/layout/process4"/>
    <dgm:cxn modelId="{1960D5C0-9D30-4383-88B1-0968881AED5D}" type="presParOf" srcId="{435720DC-1862-4362-90AA-2CB9E2424AD9}" destId="{523169BD-E6E2-49B3-8AEA-F925739E10F9}" srcOrd="2" destOrd="0" presId="urn:microsoft.com/office/officeart/2005/8/layout/process4"/>
    <dgm:cxn modelId="{EB484C16-3A28-4141-99D7-A78DF4C2279E}" type="presParOf" srcId="{523169BD-E6E2-49B3-8AEA-F925739E10F9}" destId="{7CABDA87-EBDC-469F-8982-24EE828B1430}" srcOrd="0" destOrd="0" presId="urn:microsoft.com/office/officeart/2005/8/layout/process4"/>
    <dgm:cxn modelId="{C494479D-478E-439E-AAFC-951BF9596834}" type="presParOf" srcId="{523169BD-E6E2-49B3-8AEA-F925739E10F9}" destId="{C3C6FA5F-498B-4C7A-9610-77C96BF87CC3}" srcOrd="1" destOrd="0" presId="urn:microsoft.com/office/officeart/2005/8/layout/process4"/>
    <dgm:cxn modelId="{ABDC3F4C-CD4B-4E7A-B557-557A0C159E9C}" type="presParOf" srcId="{0A57CE8D-AC99-4419-B8A6-30199F747345}" destId="{91A90A8E-EABC-443E-91B2-A03A2B70283F}" srcOrd="3" destOrd="0" presId="urn:microsoft.com/office/officeart/2005/8/layout/process4"/>
    <dgm:cxn modelId="{7E15EA12-91B3-4D5D-A307-5256279998C4}" type="presParOf" srcId="{0A57CE8D-AC99-4419-B8A6-30199F747345}" destId="{2D6C971F-89B3-482C-8751-3F54A2666EF7}" srcOrd="4" destOrd="0" presId="urn:microsoft.com/office/officeart/2005/8/layout/process4"/>
    <dgm:cxn modelId="{DA0AB4CF-EAC1-4A49-8C5D-E7D353F2E55B}" type="presParOf" srcId="{2D6C971F-89B3-482C-8751-3F54A2666EF7}" destId="{84349431-2339-44CA-814A-0B50EFFE9E99}" srcOrd="0" destOrd="0" presId="urn:microsoft.com/office/officeart/2005/8/layout/process4"/>
    <dgm:cxn modelId="{1767112E-12BE-4804-AFDC-00E43939F2CA}" type="presParOf" srcId="{2D6C971F-89B3-482C-8751-3F54A2666EF7}" destId="{BF553A16-676F-4BD0-9290-4ECB283986F2}" srcOrd="1" destOrd="0" presId="urn:microsoft.com/office/officeart/2005/8/layout/process4"/>
    <dgm:cxn modelId="{64698539-82E3-4602-9E73-6FF0D487429C}" type="presParOf" srcId="{2D6C971F-89B3-482C-8751-3F54A2666EF7}" destId="{C29E8B4D-30FA-4452-8144-78024A775DAB}" srcOrd="2" destOrd="0" presId="urn:microsoft.com/office/officeart/2005/8/layout/process4"/>
    <dgm:cxn modelId="{D9E419AE-0AEE-4B7E-92E7-AB04A582C913}" type="presParOf" srcId="{C29E8B4D-30FA-4452-8144-78024A775DAB}" destId="{EC05043A-9C29-44E9-A246-213B530FCDD5}" srcOrd="0" destOrd="0" presId="urn:microsoft.com/office/officeart/2005/8/layout/process4"/>
    <dgm:cxn modelId="{AC9CFEDB-CC42-4753-99A0-D78920613D9A}" type="presParOf" srcId="{C29E8B4D-30FA-4452-8144-78024A775DAB}" destId="{954D0113-E843-4459-978A-6B7A6ADB9716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6EF56A9-894C-4F10-8C8E-F20A976BA424}" type="doc">
      <dgm:prSet loTypeId="urn:microsoft.com/office/officeart/2005/8/layout/process4" loCatId="process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B21759B-7981-49B1-BC19-C5336542B2F3}">
      <dgm:prSet/>
      <dgm:spPr/>
      <dgm:t>
        <a:bodyPr/>
        <a:lstStyle/>
        <a:p>
          <a:r>
            <a:rPr lang="pt-BR" b="0" i="0"/>
            <a:t>KPIs (</a:t>
          </a:r>
          <a:r>
            <a:rPr lang="pt-BR" b="1" i="0"/>
            <a:t>Key Performance Indicator</a:t>
          </a:r>
          <a:r>
            <a:rPr lang="pt-BR" b="0" i="0"/>
            <a:t>, ou </a:t>
          </a:r>
          <a:r>
            <a:rPr lang="pt-BR" b="1" i="0"/>
            <a:t>Indicadores-Chave de Desempenho</a:t>
          </a:r>
          <a:r>
            <a:rPr lang="pt-BR" b="0" i="0"/>
            <a:t>)Principais:</a:t>
          </a:r>
          <a:endParaRPr lang="en-US"/>
        </a:p>
      </dgm:t>
    </dgm:pt>
    <dgm:pt modelId="{B27E4C55-916B-4256-9FDF-0F34889D94EF}" type="parTrans" cxnId="{4D1C1E2D-34E2-48C9-9648-6DF7F3973A89}">
      <dgm:prSet/>
      <dgm:spPr/>
      <dgm:t>
        <a:bodyPr/>
        <a:lstStyle/>
        <a:p>
          <a:endParaRPr lang="en-US"/>
        </a:p>
      </dgm:t>
    </dgm:pt>
    <dgm:pt modelId="{10DB7F32-49B3-490D-AF28-1289B2C2101E}" type="sibTrans" cxnId="{4D1C1E2D-34E2-48C9-9648-6DF7F3973A89}">
      <dgm:prSet/>
      <dgm:spPr/>
      <dgm:t>
        <a:bodyPr/>
        <a:lstStyle/>
        <a:p>
          <a:endParaRPr lang="en-US"/>
        </a:p>
      </dgm:t>
    </dgm:pt>
    <dgm:pt modelId="{69DF988D-4D87-4A3E-8829-4992D0A9B381}">
      <dgm:prSet/>
      <dgm:spPr/>
      <dgm:t>
        <a:bodyPr/>
        <a:lstStyle/>
        <a:p>
          <a:r>
            <a:rPr lang="pt-BR"/>
            <a:t>Valor Total, Número de Itens, Total de Impostos, Valor de Taxas</a:t>
          </a:r>
          <a:endParaRPr lang="en-US"/>
        </a:p>
      </dgm:t>
    </dgm:pt>
    <dgm:pt modelId="{80DC2BDD-D0F5-4A9D-A4FF-E692A9E99CC6}" type="parTrans" cxnId="{2D83CF1F-580C-4744-A7B7-BAAB39221E60}">
      <dgm:prSet/>
      <dgm:spPr/>
      <dgm:t>
        <a:bodyPr/>
        <a:lstStyle/>
        <a:p>
          <a:endParaRPr lang="en-US"/>
        </a:p>
      </dgm:t>
    </dgm:pt>
    <dgm:pt modelId="{E2485E08-87D1-4F79-8A91-961AC00191CA}" type="sibTrans" cxnId="{2D83CF1F-580C-4744-A7B7-BAAB39221E60}">
      <dgm:prSet/>
      <dgm:spPr/>
      <dgm:t>
        <a:bodyPr/>
        <a:lstStyle/>
        <a:p>
          <a:endParaRPr lang="en-US"/>
        </a:p>
      </dgm:t>
    </dgm:pt>
    <dgm:pt modelId="{216DA78F-3D9C-4893-AF50-22258F5590C7}">
      <dgm:prSet/>
      <dgm:spPr/>
      <dgm:t>
        <a:bodyPr/>
        <a:lstStyle/>
        <a:p>
          <a:r>
            <a:rPr lang="pt-BR" b="0" i="0"/>
            <a:t>Seções do Dashboard:</a:t>
          </a:r>
          <a:endParaRPr lang="en-US"/>
        </a:p>
      </dgm:t>
    </dgm:pt>
    <dgm:pt modelId="{AB2E4741-E37A-426E-B419-9AFBA844CFA4}" type="parTrans" cxnId="{B31B968C-830F-485E-B25B-CB302C91A00C}">
      <dgm:prSet/>
      <dgm:spPr/>
      <dgm:t>
        <a:bodyPr/>
        <a:lstStyle/>
        <a:p>
          <a:endParaRPr lang="en-US"/>
        </a:p>
      </dgm:t>
    </dgm:pt>
    <dgm:pt modelId="{02699796-8761-4347-AF71-2885C09B4334}" type="sibTrans" cxnId="{B31B968C-830F-485E-B25B-CB302C91A00C}">
      <dgm:prSet/>
      <dgm:spPr/>
      <dgm:t>
        <a:bodyPr/>
        <a:lstStyle/>
        <a:p>
          <a:endParaRPr lang="en-US"/>
        </a:p>
      </dgm:t>
    </dgm:pt>
    <dgm:pt modelId="{10181DD0-F9DA-45A0-B515-BC4A5167AFF1}">
      <dgm:prSet/>
      <dgm:spPr/>
      <dgm:t>
        <a:bodyPr/>
        <a:lstStyle/>
        <a:p>
          <a:r>
            <a:rPr lang="pt-BR"/>
            <a:t>Informações gerais (data, modelo, natureza da operação)</a:t>
          </a:r>
          <a:endParaRPr lang="en-US"/>
        </a:p>
      </dgm:t>
    </dgm:pt>
    <dgm:pt modelId="{8C45ABEA-3AFD-418F-9703-9908AB337ECD}" type="parTrans" cxnId="{D94CD322-0C27-4F4B-8925-54187BE3F513}">
      <dgm:prSet/>
      <dgm:spPr/>
      <dgm:t>
        <a:bodyPr/>
        <a:lstStyle/>
        <a:p>
          <a:endParaRPr lang="en-US"/>
        </a:p>
      </dgm:t>
    </dgm:pt>
    <dgm:pt modelId="{B33D1078-D795-45B8-B316-7695EA94850E}" type="sibTrans" cxnId="{D94CD322-0C27-4F4B-8925-54187BE3F513}">
      <dgm:prSet/>
      <dgm:spPr/>
      <dgm:t>
        <a:bodyPr/>
        <a:lstStyle/>
        <a:p>
          <a:endParaRPr lang="en-US"/>
        </a:p>
      </dgm:t>
    </dgm:pt>
    <dgm:pt modelId="{650CD894-AEC5-4543-A5F7-4A9CC44A6398}">
      <dgm:prSet/>
      <dgm:spPr/>
      <dgm:t>
        <a:bodyPr/>
        <a:lstStyle/>
        <a:p>
          <a:r>
            <a:rPr lang="pt-BR"/>
            <a:t>Detalhes de remetente e receptor (expansíveis)</a:t>
          </a:r>
          <a:endParaRPr lang="en-US"/>
        </a:p>
      </dgm:t>
    </dgm:pt>
    <dgm:pt modelId="{1387746E-7273-490F-92D9-4F1867FAB712}" type="parTrans" cxnId="{0DE3AD59-32A3-45D9-92FF-377AAB63D586}">
      <dgm:prSet/>
      <dgm:spPr/>
      <dgm:t>
        <a:bodyPr/>
        <a:lstStyle/>
        <a:p>
          <a:endParaRPr lang="en-US"/>
        </a:p>
      </dgm:t>
    </dgm:pt>
    <dgm:pt modelId="{DE5F522B-3BC8-4BBB-AB96-1CA307578F05}" type="sibTrans" cxnId="{0DE3AD59-32A3-45D9-92FF-377AAB63D586}">
      <dgm:prSet/>
      <dgm:spPr/>
      <dgm:t>
        <a:bodyPr/>
        <a:lstStyle/>
        <a:p>
          <a:endParaRPr lang="en-US"/>
        </a:p>
      </dgm:t>
    </dgm:pt>
    <dgm:pt modelId="{9CF5B1C7-5FA9-4968-B6E3-368E4973DBE7}">
      <dgm:prSet/>
      <dgm:spPr/>
      <dgm:t>
        <a:bodyPr/>
        <a:lstStyle/>
        <a:p>
          <a:r>
            <a:rPr lang="pt-BR"/>
            <a:t>Tabela completa de itens com formatação brasileira</a:t>
          </a:r>
          <a:endParaRPr lang="en-US"/>
        </a:p>
      </dgm:t>
    </dgm:pt>
    <dgm:pt modelId="{B7EE36DB-3DB4-432C-BD9D-692B2334258A}" type="parTrans" cxnId="{96C2667A-8289-4792-AB3F-926DA00E0B2C}">
      <dgm:prSet/>
      <dgm:spPr/>
      <dgm:t>
        <a:bodyPr/>
        <a:lstStyle/>
        <a:p>
          <a:endParaRPr lang="en-US"/>
        </a:p>
      </dgm:t>
    </dgm:pt>
    <dgm:pt modelId="{9300928C-B746-4CD5-AC1E-69A61CE5E443}" type="sibTrans" cxnId="{96C2667A-8289-4792-AB3F-926DA00E0B2C}">
      <dgm:prSet/>
      <dgm:spPr/>
      <dgm:t>
        <a:bodyPr/>
        <a:lstStyle/>
        <a:p>
          <a:endParaRPr lang="en-US"/>
        </a:p>
      </dgm:t>
    </dgm:pt>
    <dgm:pt modelId="{5C699447-8BFC-4C28-A0CC-CFE35F11CCCF}">
      <dgm:prSet/>
      <dgm:spPr/>
      <dgm:t>
        <a:bodyPr/>
        <a:lstStyle/>
        <a:p>
          <a:r>
            <a:rPr lang="pt-BR"/>
            <a:t>Gráficos analíticos interativos (Plotly)</a:t>
          </a:r>
          <a:endParaRPr lang="en-US"/>
        </a:p>
      </dgm:t>
    </dgm:pt>
    <dgm:pt modelId="{C8C9776F-D4C1-4D00-8C99-61842082FE65}" type="parTrans" cxnId="{85F12CE2-CAC4-4D61-8712-D732F9C5CBFA}">
      <dgm:prSet/>
      <dgm:spPr/>
      <dgm:t>
        <a:bodyPr/>
        <a:lstStyle/>
        <a:p>
          <a:endParaRPr lang="en-US"/>
        </a:p>
      </dgm:t>
    </dgm:pt>
    <dgm:pt modelId="{D9A8E89B-6509-492D-8CDA-2CD531211E91}" type="sibTrans" cxnId="{85F12CE2-CAC4-4D61-8712-D732F9C5CBFA}">
      <dgm:prSet/>
      <dgm:spPr/>
      <dgm:t>
        <a:bodyPr/>
        <a:lstStyle/>
        <a:p>
          <a:endParaRPr lang="en-US"/>
        </a:p>
      </dgm:t>
    </dgm:pt>
    <dgm:pt modelId="{49569643-DC85-49F3-8234-121DF4F0B7A9}" type="pres">
      <dgm:prSet presAssocID="{C6EF56A9-894C-4F10-8C8E-F20A976BA424}" presName="Name0" presStyleCnt="0">
        <dgm:presLayoutVars>
          <dgm:dir/>
          <dgm:animLvl val="lvl"/>
          <dgm:resizeHandles val="exact"/>
        </dgm:presLayoutVars>
      </dgm:prSet>
      <dgm:spPr/>
    </dgm:pt>
    <dgm:pt modelId="{F19817FA-4946-4135-92CF-1165520D2AA4}" type="pres">
      <dgm:prSet presAssocID="{216DA78F-3D9C-4893-AF50-22258F5590C7}" presName="boxAndChildren" presStyleCnt="0"/>
      <dgm:spPr/>
    </dgm:pt>
    <dgm:pt modelId="{99D105A9-6E31-4FE0-BC73-54AAB15ABFB7}" type="pres">
      <dgm:prSet presAssocID="{216DA78F-3D9C-4893-AF50-22258F5590C7}" presName="parentTextBox" presStyleLbl="node1" presStyleIdx="0" presStyleCnt="2"/>
      <dgm:spPr/>
    </dgm:pt>
    <dgm:pt modelId="{2F3927FE-76E1-4A01-A6D9-83FD88203E7A}" type="pres">
      <dgm:prSet presAssocID="{216DA78F-3D9C-4893-AF50-22258F5590C7}" presName="entireBox" presStyleLbl="node1" presStyleIdx="0" presStyleCnt="2"/>
      <dgm:spPr/>
    </dgm:pt>
    <dgm:pt modelId="{77FED26F-99F4-4125-A19F-598913906F7F}" type="pres">
      <dgm:prSet presAssocID="{216DA78F-3D9C-4893-AF50-22258F5590C7}" presName="descendantBox" presStyleCnt="0"/>
      <dgm:spPr/>
    </dgm:pt>
    <dgm:pt modelId="{753EFC84-4896-45EB-8CF8-71FBE0439723}" type="pres">
      <dgm:prSet presAssocID="{10181DD0-F9DA-45A0-B515-BC4A5167AFF1}" presName="childTextBox" presStyleLbl="fgAccFollowNode1" presStyleIdx="0" presStyleCnt="5">
        <dgm:presLayoutVars>
          <dgm:bulletEnabled val="1"/>
        </dgm:presLayoutVars>
      </dgm:prSet>
      <dgm:spPr/>
    </dgm:pt>
    <dgm:pt modelId="{3549FF55-9B38-45F7-A0C5-16313BF55695}" type="pres">
      <dgm:prSet presAssocID="{650CD894-AEC5-4543-A5F7-4A9CC44A6398}" presName="childTextBox" presStyleLbl="fgAccFollowNode1" presStyleIdx="1" presStyleCnt="5">
        <dgm:presLayoutVars>
          <dgm:bulletEnabled val="1"/>
        </dgm:presLayoutVars>
      </dgm:prSet>
      <dgm:spPr/>
    </dgm:pt>
    <dgm:pt modelId="{42FF7150-C1D9-4DDA-AD2C-DC5ACF28705C}" type="pres">
      <dgm:prSet presAssocID="{9CF5B1C7-5FA9-4968-B6E3-368E4973DBE7}" presName="childTextBox" presStyleLbl="fgAccFollowNode1" presStyleIdx="2" presStyleCnt="5">
        <dgm:presLayoutVars>
          <dgm:bulletEnabled val="1"/>
        </dgm:presLayoutVars>
      </dgm:prSet>
      <dgm:spPr/>
    </dgm:pt>
    <dgm:pt modelId="{B303AC4E-666E-40C0-93F5-792117EA2AAE}" type="pres">
      <dgm:prSet presAssocID="{5C699447-8BFC-4C28-A0CC-CFE35F11CCCF}" presName="childTextBox" presStyleLbl="fgAccFollowNode1" presStyleIdx="3" presStyleCnt="5">
        <dgm:presLayoutVars>
          <dgm:bulletEnabled val="1"/>
        </dgm:presLayoutVars>
      </dgm:prSet>
      <dgm:spPr/>
    </dgm:pt>
    <dgm:pt modelId="{BF4C538A-AAFC-488D-A3FE-A232796CFFAC}" type="pres">
      <dgm:prSet presAssocID="{10DB7F32-49B3-490D-AF28-1289B2C2101E}" presName="sp" presStyleCnt="0"/>
      <dgm:spPr/>
    </dgm:pt>
    <dgm:pt modelId="{693F3B93-1FC0-4B75-BF33-60F436836A8E}" type="pres">
      <dgm:prSet presAssocID="{CB21759B-7981-49B1-BC19-C5336542B2F3}" presName="arrowAndChildren" presStyleCnt="0"/>
      <dgm:spPr/>
    </dgm:pt>
    <dgm:pt modelId="{1A829A15-1487-43C2-B324-7D3C46E6FA58}" type="pres">
      <dgm:prSet presAssocID="{CB21759B-7981-49B1-BC19-C5336542B2F3}" presName="parentTextArrow" presStyleLbl="node1" presStyleIdx="0" presStyleCnt="2"/>
      <dgm:spPr/>
    </dgm:pt>
    <dgm:pt modelId="{D5BCF4CE-8597-486A-86DD-EE64503B5105}" type="pres">
      <dgm:prSet presAssocID="{CB21759B-7981-49B1-BC19-C5336542B2F3}" presName="arrow" presStyleLbl="node1" presStyleIdx="1" presStyleCnt="2"/>
      <dgm:spPr/>
    </dgm:pt>
    <dgm:pt modelId="{BE857331-EABE-4DC2-8700-3DCFEBA39F0B}" type="pres">
      <dgm:prSet presAssocID="{CB21759B-7981-49B1-BC19-C5336542B2F3}" presName="descendantArrow" presStyleCnt="0"/>
      <dgm:spPr/>
    </dgm:pt>
    <dgm:pt modelId="{927C930F-370E-4FA4-99F9-230CC2EA6C24}" type="pres">
      <dgm:prSet presAssocID="{69DF988D-4D87-4A3E-8829-4992D0A9B381}" presName="childTextArrow" presStyleLbl="fgAccFollowNode1" presStyleIdx="4" presStyleCnt="5">
        <dgm:presLayoutVars>
          <dgm:bulletEnabled val="1"/>
        </dgm:presLayoutVars>
      </dgm:prSet>
      <dgm:spPr/>
    </dgm:pt>
  </dgm:ptLst>
  <dgm:cxnLst>
    <dgm:cxn modelId="{2D83CF1F-580C-4744-A7B7-BAAB39221E60}" srcId="{CB21759B-7981-49B1-BC19-C5336542B2F3}" destId="{69DF988D-4D87-4A3E-8829-4992D0A9B381}" srcOrd="0" destOrd="0" parTransId="{80DC2BDD-D0F5-4A9D-A4FF-E692A9E99CC6}" sibTransId="{E2485E08-87D1-4F79-8A91-961AC00191CA}"/>
    <dgm:cxn modelId="{D94CD322-0C27-4F4B-8925-54187BE3F513}" srcId="{216DA78F-3D9C-4893-AF50-22258F5590C7}" destId="{10181DD0-F9DA-45A0-B515-BC4A5167AFF1}" srcOrd="0" destOrd="0" parTransId="{8C45ABEA-3AFD-418F-9703-9908AB337ECD}" sibTransId="{B33D1078-D795-45B8-B316-7695EA94850E}"/>
    <dgm:cxn modelId="{4D1C1E2D-34E2-48C9-9648-6DF7F3973A89}" srcId="{C6EF56A9-894C-4F10-8C8E-F20A976BA424}" destId="{CB21759B-7981-49B1-BC19-C5336542B2F3}" srcOrd="0" destOrd="0" parTransId="{B27E4C55-916B-4256-9FDF-0F34889D94EF}" sibTransId="{10DB7F32-49B3-490D-AF28-1289B2C2101E}"/>
    <dgm:cxn modelId="{EA610240-51E8-4AA8-921B-D968B932D556}" type="presOf" srcId="{5C699447-8BFC-4C28-A0CC-CFE35F11CCCF}" destId="{B303AC4E-666E-40C0-93F5-792117EA2AAE}" srcOrd="0" destOrd="0" presId="urn:microsoft.com/office/officeart/2005/8/layout/process4"/>
    <dgm:cxn modelId="{E7259E41-CF0F-48E4-BE45-305FCF77D871}" type="presOf" srcId="{CB21759B-7981-49B1-BC19-C5336542B2F3}" destId="{1A829A15-1487-43C2-B324-7D3C46E6FA58}" srcOrd="0" destOrd="0" presId="urn:microsoft.com/office/officeart/2005/8/layout/process4"/>
    <dgm:cxn modelId="{4CF6C842-58E2-4F30-BB67-CC0DE39219A3}" type="presOf" srcId="{216DA78F-3D9C-4893-AF50-22258F5590C7}" destId="{2F3927FE-76E1-4A01-A6D9-83FD88203E7A}" srcOrd="1" destOrd="0" presId="urn:microsoft.com/office/officeart/2005/8/layout/process4"/>
    <dgm:cxn modelId="{12193E53-BD8F-4E7F-8F71-9AA1A2CCF2EC}" type="presOf" srcId="{CB21759B-7981-49B1-BC19-C5336542B2F3}" destId="{D5BCF4CE-8597-486A-86DD-EE64503B5105}" srcOrd="1" destOrd="0" presId="urn:microsoft.com/office/officeart/2005/8/layout/process4"/>
    <dgm:cxn modelId="{0DE3AD59-32A3-45D9-92FF-377AAB63D586}" srcId="{216DA78F-3D9C-4893-AF50-22258F5590C7}" destId="{650CD894-AEC5-4543-A5F7-4A9CC44A6398}" srcOrd="1" destOrd="0" parTransId="{1387746E-7273-490F-92D9-4F1867FAB712}" sibTransId="{DE5F522B-3BC8-4BBB-AB96-1CA307578F05}"/>
    <dgm:cxn modelId="{96C2667A-8289-4792-AB3F-926DA00E0B2C}" srcId="{216DA78F-3D9C-4893-AF50-22258F5590C7}" destId="{9CF5B1C7-5FA9-4968-B6E3-368E4973DBE7}" srcOrd="2" destOrd="0" parTransId="{B7EE36DB-3DB4-432C-BD9D-692B2334258A}" sibTransId="{9300928C-B746-4CD5-AC1E-69A61CE5E443}"/>
    <dgm:cxn modelId="{F9681E86-784D-43FB-B3E3-60C1364359D0}" type="presOf" srcId="{650CD894-AEC5-4543-A5F7-4A9CC44A6398}" destId="{3549FF55-9B38-45F7-A0C5-16313BF55695}" srcOrd="0" destOrd="0" presId="urn:microsoft.com/office/officeart/2005/8/layout/process4"/>
    <dgm:cxn modelId="{B31B968C-830F-485E-B25B-CB302C91A00C}" srcId="{C6EF56A9-894C-4F10-8C8E-F20A976BA424}" destId="{216DA78F-3D9C-4893-AF50-22258F5590C7}" srcOrd="1" destOrd="0" parTransId="{AB2E4741-E37A-426E-B419-9AFBA844CFA4}" sibTransId="{02699796-8761-4347-AF71-2885C09B4334}"/>
    <dgm:cxn modelId="{C838508D-7D65-4C31-AAB5-679A44FCF7E5}" type="presOf" srcId="{9CF5B1C7-5FA9-4968-B6E3-368E4973DBE7}" destId="{42FF7150-C1D9-4DDA-AD2C-DC5ACF28705C}" srcOrd="0" destOrd="0" presId="urn:microsoft.com/office/officeart/2005/8/layout/process4"/>
    <dgm:cxn modelId="{F2C47599-1344-4392-BE37-EC6D3E53B19C}" type="presOf" srcId="{C6EF56A9-894C-4F10-8C8E-F20A976BA424}" destId="{49569643-DC85-49F3-8234-121DF4F0B7A9}" srcOrd="0" destOrd="0" presId="urn:microsoft.com/office/officeart/2005/8/layout/process4"/>
    <dgm:cxn modelId="{9CECEDD6-D7C3-4767-841A-C585CB0F1EF4}" type="presOf" srcId="{216DA78F-3D9C-4893-AF50-22258F5590C7}" destId="{99D105A9-6E31-4FE0-BC73-54AAB15ABFB7}" srcOrd="0" destOrd="0" presId="urn:microsoft.com/office/officeart/2005/8/layout/process4"/>
    <dgm:cxn modelId="{85F12CE2-CAC4-4D61-8712-D732F9C5CBFA}" srcId="{216DA78F-3D9C-4893-AF50-22258F5590C7}" destId="{5C699447-8BFC-4C28-A0CC-CFE35F11CCCF}" srcOrd="3" destOrd="0" parTransId="{C8C9776F-D4C1-4D00-8C99-61842082FE65}" sibTransId="{D9A8E89B-6509-492D-8CDA-2CD531211E91}"/>
    <dgm:cxn modelId="{CF0AA3E2-56C6-496A-9780-CE141FAA2879}" type="presOf" srcId="{10181DD0-F9DA-45A0-B515-BC4A5167AFF1}" destId="{753EFC84-4896-45EB-8CF8-71FBE0439723}" srcOrd="0" destOrd="0" presId="urn:microsoft.com/office/officeart/2005/8/layout/process4"/>
    <dgm:cxn modelId="{2DDA70FF-F633-4F0C-A02F-B370162E192E}" type="presOf" srcId="{69DF988D-4D87-4A3E-8829-4992D0A9B381}" destId="{927C930F-370E-4FA4-99F9-230CC2EA6C24}" srcOrd="0" destOrd="0" presId="urn:microsoft.com/office/officeart/2005/8/layout/process4"/>
    <dgm:cxn modelId="{5F58D343-FB9F-44F4-A444-25A4CA636E5A}" type="presParOf" srcId="{49569643-DC85-49F3-8234-121DF4F0B7A9}" destId="{F19817FA-4946-4135-92CF-1165520D2AA4}" srcOrd="0" destOrd="0" presId="urn:microsoft.com/office/officeart/2005/8/layout/process4"/>
    <dgm:cxn modelId="{8E64372D-1B8A-4F9A-AC43-2B2A6A5D1EA0}" type="presParOf" srcId="{F19817FA-4946-4135-92CF-1165520D2AA4}" destId="{99D105A9-6E31-4FE0-BC73-54AAB15ABFB7}" srcOrd="0" destOrd="0" presId="urn:microsoft.com/office/officeart/2005/8/layout/process4"/>
    <dgm:cxn modelId="{A194ADB5-111F-4859-832D-66287709E41B}" type="presParOf" srcId="{F19817FA-4946-4135-92CF-1165520D2AA4}" destId="{2F3927FE-76E1-4A01-A6D9-83FD88203E7A}" srcOrd="1" destOrd="0" presId="urn:microsoft.com/office/officeart/2005/8/layout/process4"/>
    <dgm:cxn modelId="{C52F2904-3DEA-4077-8C80-B60524A5148F}" type="presParOf" srcId="{F19817FA-4946-4135-92CF-1165520D2AA4}" destId="{77FED26F-99F4-4125-A19F-598913906F7F}" srcOrd="2" destOrd="0" presId="urn:microsoft.com/office/officeart/2005/8/layout/process4"/>
    <dgm:cxn modelId="{6DBFEC5A-A238-4385-A9FD-1EB9FD4273F5}" type="presParOf" srcId="{77FED26F-99F4-4125-A19F-598913906F7F}" destId="{753EFC84-4896-45EB-8CF8-71FBE0439723}" srcOrd="0" destOrd="0" presId="urn:microsoft.com/office/officeart/2005/8/layout/process4"/>
    <dgm:cxn modelId="{E2928E9C-4EFB-461D-A83B-D5766D43E800}" type="presParOf" srcId="{77FED26F-99F4-4125-A19F-598913906F7F}" destId="{3549FF55-9B38-45F7-A0C5-16313BF55695}" srcOrd="1" destOrd="0" presId="urn:microsoft.com/office/officeart/2005/8/layout/process4"/>
    <dgm:cxn modelId="{E6C4E60C-8D33-4B47-BF2E-F491C2177C95}" type="presParOf" srcId="{77FED26F-99F4-4125-A19F-598913906F7F}" destId="{42FF7150-C1D9-4DDA-AD2C-DC5ACF28705C}" srcOrd="2" destOrd="0" presId="urn:microsoft.com/office/officeart/2005/8/layout/process4"/>
    <dgm:cxn modelId="{5C5E0C18-2CFB-439F-9659-2F803E795848}" type="presParOf" srcId="{77FED26F-99F4-4125-A19F-598913906F7F}" destId="{B303AC4E-666E-40C0-93F5-792117EA2AAE}" srcOrd="3" destOrd="0" presId="urn:microsoft.com/office/officeart/2005/8/layout/process4"/>
    <dgm:cxn modelId="{EADD00B2-0F54-42F8-BB03-6B4B6BED20CF}" type="presParOf" srcId="{49569643-DC85-49F3-8234-121DF4F0B7A9}" destId="{BF4C538A-AAFC-488D-A3FE-A232796CFFAC}" srcOrd="1" destOrd="0" presId="urn:microsoft.com/office/officeart/2005/8/layout/process4"/>
    <dgm:cxn modelId="{48644BF0-E7F4-4769-BB46-2A63829F942B}" type="presParOf" srcId="{49569643-DC85-49F3-8234-121DF4F0B7A9}" destId="{693F3B93-1FC0-4B75-BF33-60F436836A8E}" srcOrd="2" destOrd="0" presId="urn:microsoft.com/office/officeart/2005/8/layout/process4"/>
    <dgm:cxn modelId="{17353878-0751-4CA7-8958-D06C973DCDF0}" type="presParOf" srcId="{693F3B93-1FC0-4B75-BF33-60F436836A8E}" destId="{1A829A15-1487-43C2-B324-7D3C46E6FA58}" srcOrd="0" destOrd="0" presId="urn:microsoft.com/office/officeart/2005/8/layout/process4"/>
    <dgm:cxn modelId="{1301CF23-B0FA-4F82-84D7-83CB553DE8D5}" type="presParOf" srcId="{693F3B93-1FC0-4B75-BF33-60F436836A8E}" destId="{D5BCF4CE-8597-486A-86DD-EE64503B5105}" srcOrd="1" destOrd="0" presId="urn:microsoft.com/office/officeart/2005/8/layout/process4"/>
    <dgm:cxn modelId="{2FE9EBDF-BA24-4EC0-A578-0875407CB3AA}" type="presParOf" srcId="{693F3B93-1FC0-4B75-BF33-60F436836A8E}" destId="{BE857331-EABE-4DC2-8700-3DCFEBA39F0B}" srcOrd="2" destOrd="0" presId="urn:microsoft.com/office/officeart/2005/8/layout/process4"/>
    <dgm:cxn modelId="{EE258A5E-A88B-44DD-B66E-2ADBC5F0C4D6}" type="presParOf" srcId="{BE857331-EABE-4DC2-8700-3DCFEBA39F0B}" destId="{927C930F-370E-4FA4-99F9-230CC2EA6C2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0A66D14-795A-4E26-8B01-853E9DC975D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F936BC-C0AC-4335-8F15-8DBA476478B7}">
      <dgm:prSet/>
      <dgm:spPr/>
      <dgm:t>
        <a:bodyPr/>
        <a:lstStyle/>
        <a:p>
          <a:r>
            <a:rPr lang="pt-BR" b="0" i="0"/>
            <a:t>1. Valor por Código de Operação (CFOP)</a:t>
          </a:r>
          <a:endParaRPr lang="en-US"/>
        </a:p>
      </dgm:t>
    </dgm:pt>
    <dgm:pt modelId="{17833F9B-0125-4C1C-A1A1-30A01F7ABE1A}" type="parTrans" cxnId="{3F465EFE-B914-4987-8686-DAEE78030A43}">
      <dgm:prSet/>
      <dgm:spPr/>
      <dgm:t>
        <a:bodyPr/>
        <a:lstStyle/>
        <a:p>
          <a:endParaRPr lang="en-US"/>
        </a:p>
      </dgm:t>
    </dgm:pt>
    <dgm:pt modelId="{2269A463-8625-4EB4-9F9C-F248556719EB}" type="sibTrans" cxnId="{3F465EFE-B914-4987-8686-DAEE78030A43}">
      <dgm:prSet/>
      <dgm:spPr/>
      <dgm:t>
        <a:bodyPr/>
        <a:lstStyle/>
        <a:p>
          <a:endParaRPr lang="en-US"/>
        </a:p>
      </dgm:t>
    </dgm:pt>
    <dgm:pt modelId="{FC0EF62A-A017-42F4-9A97-40462DC40706}">
      <dgm:prSet/>
      <dgm:spPr/>
      <dgm:t>
        <a:bodyPr/>
        <a:lstStyle/>
        <a:p>
          <a:r>
            <a:rPr lang="pt-BR"/>
            <a:t>Gráfico de barras agrupando itens por CFOP</a:t>
          </a:r>
          <a:endParaRPr lang="en-US"/>
        </a:p>
      </dgm:t>
    </dgm:pt>
    <dgm:pt modelId="{A81AAEFF-C659-43FC-8539-97CCE463A475}" type="parTrans" cxnId="{EC3A8467-98D1-4531-86C2-392FB1F65D45}">
      <dgm:prSet/>
      <dgm:spPr/>
      <dgm:t>
        <a:bodyPr/>
        <a:lstStyle/>
        <a:p>
          <a:endParaRPr lang="en-US"/>
        </a:p>
      </dgm:t>
    </dgm:pt>
    <dgm:pt modelId="{6CF3CFEB-3FBD-4975-BD25-0096BF0350DB}" type="sibTrans" cxnId="{EC3A8467-98D1-4531-86C2-392FB1F65D45}">
      <dgm:prSet/>
      <dgm:spPr/>
      <dgm:t>
        <a:bodyPr/>
        <a:lstStyle/>
        <a:p>
          <a:endParaRPr lang="en-US"/>
        </a:p>
      </dgm:t>
    </dgm:pt>
    <dgm:pt modelId="{E4212901-62DC-415D-B4B7-B37049D2B134}">
      <dgm:prSet/>
      <dgm:spPr/>
      <dgm:t>
        <a:bodyPr/>
        <a:lstStyle/>
        <a:p>
          <a:r>
            <a:rPr lang="pt-BR" b="0" i="0"/>
            <a:t>2. Composição do Valor Total</a:t>
          </a:r>
          <a:endParaRPr lang="en-US"/>
        </a:p>
      </dgm:t>
    </dgm:pt>
    <dgm:pt modelId="{AAAE14D3-C78F-4689-A7CB-61E73342410F}" type="parTrans" cxnId="{B446A58F-9747-4FDB-B9F5-3769FCB7B3A6}">
      <dgm:prSet/>
      <dgm:spPr/>
      <dgm:t>
        <a:bodyPr/>
        <a:lstStyle/>
        <a:p>
          <a:endParaRPr lang="en-US"/>
        </a:p>
      </dgm:t>
    </dgm:pt>
    <dgm:pt modelId="{01C6CFAA-E8A4-4A0C-A908-72274837DDE4}" type="sibTrans" cxnId="{B446A58F-9747-4FDB-B9F5-3769FCB7B3A6}">
      <dgm:prSet/>
      <dgm:spPr/>
      <dgm:t>
        <a:bodyPr/>
        <a:lstStyle/>
        <a:p>
          <a:endParaRPr lang="en-US"/>
        </a:p>
      </dgm:t>
    </dgm:pt>
    <dgm:pt modelId="{56A84095-3012-42E9-9B13-F89603A1EDD8}">
      <dgm:prSet/>
      <dgm:spPr/>
      <dgm:t>
        <a:bodyPr/>
        <a:lstStyle/>
        <a:p>
          <a:r>
            <a:rPr lang="pt-BR"/>
            <a:t>Gráfico de rosquinha (donut chart)</a:t>
          </a:r>
          <a:endParaRPr lang="en-US"/>
        </a:p>
      </dgm:t>
    </dgm:pt>
    <dgm:pt modelId="{CAF1BD8A-69F3-4660-A850-181CD4CE1735}" type="parTrans" cxnId="{05D52029-CF9E-4C15-BCF2-08B16857795F}">
      <dgm:prSet/>
      <dgm:spPr/>
      <dgm:t>
        <a:bodyPr/>
        <a:lstStyle/>
        <a:p>
          <a:endParaRPr lang="en-US"/>
        </a:p>
      </dgm:t>
    </dgm:pt>
    <dgm:pt modelId="{BC4FDA0C-2D5E-4F74-BF16-1F579B746879}" type="sibTrans" cxnId="{05D52029-CF9E-4C15-BCF2-08B16857795F}">
      <dgm:prSet/>
      <dgm:spPr/>
      <dgm:t>
        <a:bodyPr/>
        <a:lstStyle/>
        <a:p>
          <a:endParaRPr lang="en-US"/>
        </a:p>
      </dgm:t>
    </dgm:pt>
    <dgm:pt modelId="{A3E7FE84-52CC-4869-B0E8-B45359F401C6}">
      <dgm:prSet/>
      <dgm:spPr/>
      <dgm:t>
        <a:bodyPr/>
        <a:lstStyle/>
        <a:p>
          <a:r>
            <a:rPr lang="pt-BR"/>
            <a:t>Proporção entre produtos, impostos e despesas acessórias</a:t>
          </a:r>
          <a:endParaRPr lang="en-US"/>
        </a:p>
      </dgm:t>
    </dgm:pt>
    <dgm:pt modelId="{C58CF135-6E34-4DBE-8601-836E5308C453}" type="parTrans" cxnId="{4D66A413-0F85-459F-9D1D-7B00B4698EBC}">
      <dgm:prSet/>
      <dgm:spPr/>
      <dgm:t>
        <a:bodyPr/>
        <a:lstStyle/>
        <a:p>
          <a:endParaRPr lang="en-US"/>
        </a:p>
      </dgm:t>
    </dgm:pt>
    <dgm:pt modelId="{4BFD2480-BC3A-42B7-AAAB-16FD7334CE8A}" type="sibTrans" cxnId="{4D66A413-0F85-459F-9D1D-7B00B4698EBC}">
      <dgm:prSet/>
      <dgm:spPr/>
      <dgm:t>
        <a:bodyPr/>
        <a:lstStyle/>
        <a:p>
          <a:endParaRPr lang="en-US"/>
        </a:p>
      </dgm:t>
    </dgm:pt>
    <dgm:pt modelId="{0CD57EE9-967C-40F5-84C6-219A4C9037B4}">
      <dgm:prSet/>
      <dgm:spPr/>
      <dgm:t>
        <a:bodyPr/>
        <a:lstStyle/>
        <a:p>
          <a:r>
            <a:rPr lang="pt-BR" b="0" i="0"/>
            <a:t>3. Top 10 Produtos por Valor</a:t>
          </a:r>
          <a:endParaRPr lang="en-US"/>
        </a:p>
      </dgm:t>
    </dgm:pt>
    <dgm:pt modelId="{CA3CB50E-4034-4574-B977-1569E3FC3FA4}" type="parTrans" cxnId="{2AE64398-9872-44F8-AADA-73CD98AB6F51}">
      <dgm:prSet/>
      <dgm:spPr/>
      <dgm:t>
        <a:bodyPr/>
        <a:lstStyle/>
        <a:p>
          <a:endParaRPr lang="en-US"/>
        </a:p>
      </dgm:t>
    </dgm:pt>
    <dgm:pt modelId="{96FE7E13-D863-4D97-A777-7D9C4445265B}" type="sibTrans" cxnId="{2AE64398-9872-44F8-AADA-73CD98AB6F51}">
      <dgm:prSet/>
      <dgm:spPr/>
      <dgm:t>
        <a:bodyPr/>
        <a:lstStyle/>
        <a:p>
          <a:endParaRPr lang="en-US"/>
        </a:p>
      </dgm:t>
    </dgm:pt>
    <dgm:pt modelId="{C330FEDA-33F8-4C9A-A98F-DFAB7247FA6F}">
      <dgm:prSet/>
      <dgm:spPr/>
      <dgm:t>
        <a:bodyPr/>
        <a:lstStyle/>
        <a:p>
          <a:r>
            <a:rPr lang="pt-BR"/>
            <a:t>Gráfico de barras horizontal - Ranking dos itens mais valiosos</a:t>
          </a:r>
          <a:endParaRPr lang="en-US"/>
        </a:p>
      </dgm:t>
    </dgm:pt>
    <dgm:pt modelId="{95F429FD-8F2C-4754-854C-15DC8971660C}" type="parTrans" cxnId="{67B444C7-C1FD-41BC-AE4A-330614755A8D}">
      <dgm:prSet/>
      <dgm:spPr/>
      <dgm:t>
        <a:bodyPr/>
        <a:lstStyle/>
        <a:p>
          <a:endParaRPr lang="en-US"/>
        </a:p>
      </dgm:t>
    </dgm:pt>
    <dgm:pt modelId="{A9FBDBED-2624-4896-971F-F2BBB784A35D}" type="sibTrans" cxnId="{67B444C7-C1FD-41BC-AE4A-330614755A8D}">
      <dgm:prSet/>
      <dgm:spPr/>
      <dgm:t>
        <a:bodyPr/>
        <a:lstStyle/>
        <a:p>
          <a:endParaRPr lang="en-US"/>
        </a:p>
      </dgm:t>
    </dgm:pt>
    <dgm:pt modelId="{45384A0C-2625-4789-AE1C-53DFE85E57E4}" type="pres">
      <dgm:prSet presAssocID="{20A66D14-795A-4E26-8B01-853E9DC975DF}" presName="root" presStyleCnt="0">
        <dgm:presLayoutVars>
          <dgm:dir/>
          <dgm:resizeHandles val="exact"/>
        </dgm:presLayoutVars>
      </dgm:prSet>
      <dgm:spPr/>
    </dgm:pt>
    <dgm:pt modelId="{B7FC9DE6-BFEE-4038-BE5A-36CFEFF8E6E9}" type="pres">
      <dgm:prSet presAssocID="{F5F936BC-C0AC-4335-8F15-8DBA476478B7}" presName="compNode" presStyleCnt="0"/>
      <dgm:spPr/>
    </dgm:pt>
    <dgm:pt modelId="{FEB52B23-483C-4F0A-84C8-635F402D5DF1}" type="pres">
      <dgm:prSet presAssocID="{F5F936BC-C0AC-4335-8F15-8DBA476478B7}" presName="bgRect" presStyleLbl="bgShp" presStyleIdx="0" presStyleCnt="3"/>
      <dgm:spPr/>
    </dgm:pt>
    <dgm:pt modelId="{B3AF949E-8F97-4FFB-A8A3-16758D6F3975}" type="pres">
      <dgm:prSet presAssocID="{F5F936BC-C0AC-4335-8F15-8DBA476478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3279510-9726-47F6-92AF-E789777AB6F9}" type="pres">
      <dgm:prSet presAssocID="{F5F936BC-C0AC-4335-8F15-8DBA476478B7}" presName="spaceRect" presStyleCnt="0"/>
      <dgm:spPr/>
    </dgm:pt>
    <dgm:pt modelId="{4C852F87-DE38-4F68-8515-E1B336FCBF36}" type="pres">
      <dgm:prSet presAssocID="{F5F936BC-C0AC-4335-8F15-8DBA476478B7}" presName="parTx" presStyleLbl="revTx" presStyleIdx="0" presStyleCnt="6">
        <dgm:presLayoutVars>
          <dgm:chMax val="0"/>
          <dgm:chPref val="0"/>
        </dgm:presLayoutVars>
      </dgm:prSet>
      <dgm:spPr/>
    </dgm:pt>
    <dgm:pt modelId="{EB0B7ABE-D56E-4E9A-89A6-ABBE309AFE65}" type="pres">
      <dgm:prSet presAssocID="{F5F936BC-C0AC-4335-8F15-8DBA476478B7}" presName="desTx" presStyleLbl="revTx" presStyleIdx="1" presStyleCnt="6">
        <dgm:presLayoutVars/>
      </dgm:prSet>
      <dgm:spPr/>
    </dgm:pt>
    <dgm:pt modelId="{7482E576-FCB4-4658-A5D5-FF9094C5E668}" type="pres">
      <dgm:prSet presAssocID="{2269A463-8625-4EB4-9F9C-F248556719EB}" presName="sibTrans" presStyleCnt="0"/>
      <dgm:spPr/>
    </dgm:pt>
    <dgm:pt modelId="{C58379AB-04CB-45D4-9FEE-128ADB00AACF}" type="pres">
      <dgm:prSet presAssocID="{E4212901-62DC-415D-B4B7-B37049D2B134}" presName="compNode" presStyleCnt="0"/>
      <dgm:spPr/>
    </dgm:pt>
    <dgm:pt modelId="{A235F734-3039-43AA-9218-B33C828715BB}" type="pres">
      <dgm:prSet presAssocID="{E4212901-62DC-415D-B4B7-B37049D2B134}" presName="bgRect" presStyleLbl="bgShp" presStyleIdx="1" presStyleCnt="3"/>
      <dgm:spPr/>
    </dgm:pt>
    <dgm:pt modelId="{25257EEA-BC08-4E86-996A-14F70071676C}" type="pres">
      <dgm:prSet presAssocID="{E4212901-62DC-415D-B4B7-B37049D2B13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9F1F3704-3DFF-467F-AF07-DB2C6D2FEF0F}" type="pres">
      <dgm:prSet presAssocID="{E4212901-62DC-415D-B4B7-B37049D2B134}" presName="spaceRect" presStyleCnt="0"/>
      <dgm:spPr/>
    </dgm:pt>
    <dgm:pt modelId="{96D8BEFF-D537-485A-A1E9-5BE54D69E197}" type="pres">
      <dgm:prSet presAssocID="{E4212901-62DC-415D-B4B7-B37049D2B134}" presName="parTx" presStyleLbl="revTx" presStyleIdx="2" presStyleCnt="6">
        <dgm:presLayoutVars>
          <dgm:chMax val="0"/>
          <dgm:chPref val="0"/>
        </dgm:presLayoutVars>
      </dgm:prSet>
      <dgm:spPr/>
    </dgm:pt>
    <dgm:pt modelId="{BDA4B476-6E81-4D30-B310-B8F09A1984F8}" type="pres">
      <dgm:prSet presAssocID="{E4212901-62DC-415D-B4B7-B37049D2B134}" presName="desTx" presStyleLbl="revTx" presStyleIdx="3" presStyleCnt="6">
        <dgm:presLayoutVars/>
      </dgm:prSet>
      <dgm:spPr/>
    </dgm:pt>
    <dgm:pt modelId="{B44C6DD4-C6A7-47A4-B65F-C94203ED34A2}" type="pres">
      <dgm:prSet presAssocID="{01C6CFAA-E8A4-4A0C-A908-72274837DDE4}" presName="sibTrans" presStyleCnt="0"/>
      <dgm:spPr/>
    </dgm:pt>
    <dgm:pt modelId="{470F5D1D-B3D9-4287-A7EA-053EA5A6211D}" type="pres">
      <dgm:prSet presAssocID="{0CD57EE9-967C-40F5-84C6-219A4C9037B4}" presName="compNode" presStyleCnt="0"/>
      <dgm:spPr/>
    </dgm:pt>
    <dgm:pt modelId="{D5F840D6-B088-4A96-BA29-3D63BE30F8E2}" type="pres">
      <dgm:prSet presAssocID="{0CD57EE9-967C-40F5-84C6-219A4C9037B4}" presName="bgRect" presStyleLbl="bgShp" presStyleIdx="2" presStyleCnt="3"/>
      <dgm:spPr/>
    </dgm:pt>
    <dgm:pt modelId="{285F9C6B-7ECD-421C-9950-F728D03B3DF4}" type="pres">
      <dgm:prSet presAssocID="{0CD57EE9-967C-40F5-84C6-219A4C9037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0B32A37A-6D28-4303-B46A-B882D3590D21}" type="pres">
      <dgm:prSet presAssocID="{0CD57EE9-967C-40F5-84C6-219A4C9037B4}" presName="spaceRect" presStyleCnt="0"/>
      <dgm:spPr/>
    </dgm:pt>
    <dgm:pt modelId="{42A7FD73-ABDA-4E22-9BF0-93A8D3EDD6F3}" type="pres">
      <dgm:prSet presAssocID="{0CD57EE9-967C-40F5-84C6-219A4C9037B4}" presName="parTx" presStyleLbl="revTx" presStyleIdx="4" presStyleCnt="6">
        <dgm:presLayoutVars>
          <dgm:chMax val="0"/>
          <dgm:chPref val="0"/>
        </dgm:presLayoutVars>
      </dgm:prSet>
      <dgm:spPr/>
    </dgm:pt>
    <dgm:pt modelId="{6345219A-111B-4CFB-8779-C07ADB75B386}" type="pres">
      <dgm:prSet presAssocID="{0CD57EE9-967C-40F5-84C6-219A4C9037B4}" presName="desTx" presStyleLbl="revTx" presStyleIdx="5" presStyleCnt="6">
        <dgm:presLayoutVars/>
      </dgm:prSet>
      <dgm:spPr/>
    </dgm:pt>
  </dgm:ptLst>
  <dgm:cxnLst>
    <dgm:cxn modelId="{4D66A413-0F85-459F-9D1D-7B00B4698EBC}" srcId="{E4212901-62DC-415D-B4B7-B37049D2B134}" destId="{A3E7FE84-52CC-4869-B0E8-B45359F401C6}" srcOrd="1" destOrd="0" parTransId="{C58CF135-6E34-4DBE-8601-836E5308C453}" sibTransId="{4BFD2480-BC3A-42B7-AAAB-16FD7334CE8A}"/>
    <dgm:cxn modelId="{05D52029-CF9E-4C15-BCF2-08B16857795F}" srcId="{E4212901-62DC-415D-B4B7-B37049D2B134}" destId="{56A84095-3012-42E9-9B13-F89603A1EDD8}" srcOrd="0" destOrd="0" parTransId="{CAF1BD8A-69F3-4660-A850-181CD4CE1735}" sibTransId="{BC4FDA0C-2D5E-4F74-BF16-1F579B746879}"/>
    <dgm:cxn modelId="{07226137-35E3-43CF-B4E4-3B08648196BE}" type="presOf" srcId="{FC0EF62A-A017-42F4-9A97-40462DC40706}" destId="{EB0B7ABE-D56E-4E9A-89A6-ABBE309AFE65}" srcOrd="0" destOrd="0" presId="urn:microsoft.com/office/officeart/2018/2/layout/IconVerticalSolidList"/>
    <dgm:cxn modelId="{387BE960-DEB6-48E0-B048-70AB81FF2834}" type="presOf" srcId="{56A84095-3012-42E9-9B13-F89603A1EDD8}" destId="{BDA4B476-6E81-4D30-B310-B8F09A1984F8}" srcOrd="0" destOrd="0" presId="urn:microsoft.com/office/officeart/2018/2/layout/IconVerticalSolidList"/>
    <dgm:cxn modelId="{EC3A8467-98D1-4531-86C2-392FB1F65D45}" srcId="{F5F936BC-C0AC-4335-8F15-8DBA476478B7}" destId="{FC0EF62A-A017-42F4-9A97-40462DC40706}" srcOrd="0" destOrd="0" parTransId="{A81AAEFF-C659-43FC-8539-97CCE463A475}" sibTransId="{6CF3CFEB-3FBD-4975-BD25-0096BF0350DB}"/>
    <dgm:cxn modelId="{F4A97354-3667-4B25-A2B5-329D8F5C139F}" type="presOf" srcId="{0CD57EE9-967C-40F5-84C6-219A4C9037B4}" destId="{42A7FD73-ABDA-4E22-9BF0-93A8D3EDD6F3}" srcOrd="0" destOrd="0" presId="urn:microsoft.com/office/officeart/2018/2/layout/IconVerticalSolidList"/>
    <dgm:cxn modelId="{C646FC87-D679-4633-8054-2A1B6A3A5FF0}" type="presOf" srcId="{20A66D14-795A-4E26-8B01-853E9DC975DF}" destId="{45384A0C-2625-4789-AE1C-53DFE85E57E4}" srcOrd="0" destOrd="0" presId="urn:microsoft.com/office/officeart/2018/2/layout/IconVerticalSolidList"/>
    <dgm:cxn modelId="{B446A58F-9747-4FDB-B9F5-3769FCB7B3A6}" srcId="{20A66D14-795A-4E26-8B01-853E9DC975DF}" destId="{E4212901-62DC-415D-B4B7-B37049D2B134}" srcOrd="1" destOrd="0" parTransId="{AAAE14D3-C78F-4689-A7CB-61E73342410F}" sibTransId="{01C6CFAA-E8A4-4A0C-A908-72274837DDE4}"/>
    <dgm:cxn modelId="{2AE64398-9872-44F8-AADA-73CD98AB6F51}" srcId="{20A66D14-795A-4E26-8B01-853E9DC975DF}" destId="{0CD57EE9-967C-40F5-84C6-219A4C9037B4}" srcOrd="2" destOrd="0" parTransId="{CA3CB50E-4034-4574-B977-1569E3FC3FA4}" sibTransId="{96FE7E13-D863-4D97-A777-7D9C4445265B}"/>
    <dgm:cxn modelId="{E45413BE-81A4-4948-8CF5-7EA4A11F8B8A}" type="presOf" srcId="{E4212901-62DC-415D-B4B7-B37049D2B134}" destId="{96D8BEFF-D537-485A-A1E9-5BE54D69E197}" srcOrd="0" destOrd="0" presId="urn:microsoft.com/office/officeart/2018/2/layout/IconVerticalSolidList"/>
    <dgm:cxn modelId="{3D7816C3-674B-417C-8460-DB75DC4A6A67}" type="presOf" srcId="{A3E7FE84-52CC-4869-B0E8-B45359F401C6}" destId="{BDA4B476-6E81-4D30-B310-B8F09A1984F8}" srcOrd="0" destOrd="1" presId="urn:microsoft.com/office/officeart/2018/2/layout/IconVerticalSolidList"/>
    <dgm:cxn modelId="{67B444C7-C1FD-41BC-AE4A-330614755A8D}" srcId="{0CD57EE9-967C-40F5-84C6-219A4C9037B4}" destId="{C330FEDA-33F8-4C9A-A98F-DFAB7247FA6F}" srcOrd="0" destOrd="0" parTransId="{95F429FD-8F2C-4754-854C-15DC8971660C}" sibTransId="{A9FBDBED-2624-4896-971F-F2BBB784A35D}"/>
    <dgm:cxn modelId="{0561D8E6-583B-4A9A-81DD-E6E08A2A6D7A}" type="presOf" srcId="{C330FEDA-33F8-4C9A-A98F-DFAB7247FA6F}" destId="{6345219A-111B-4CFB-8779-C07ADB75B386}" srcOrd="0" destOrd="0" presId="urn:microsoft.com/office/officeart/2018/2/layout/IconVerticalSolidList"/>
    <dgm:cxn modelId="{224452EB-FEAB-40F3-A33A-1CB80B433A79}" type="presOf" srcId="{F5F936BC-C0AC-4335-8F15-8DBA476478B7}" destId="{4C852F87-DE38-4F68-8515-E1B336FCBF36}" srcOrd="0" destOrd="0" presId="urn:microsoft.com/office/officeart/2018/2/layout/IconVerticalSolidList"/>
    <dgm:cxn modelId="{3F465EFE-B914-4987-8686-DAEE78030A43}" srcId="{20A66D14-795A-4E26-8B01-853E9DC975DF}" destId="{F5F936BC-C0AC-4335-8F15-8DBA476478B7}" srcOrd="0" destOrd="0" parTransId="{17833F9B-0125-4C1C-A1A1-30A01F7ABE1A}" sibTransId="{2269A463-8625-4EB4-9F9C-F248556719EB}"/>
    <dgm:cxn modelId="{0B3D4245-CCB8-4D79-98C6-1A5126647B0F}" type="presParOf" srcId="{45384A0C-2625-4789-AE1C-53DFE85E57E4}" destId="{B7FC9DE6-BFEE-4038-BE5A-36CFEFF8E6E9}" srcOrd="0" destOrd="0" presId="urn:microsoft.com/office/officeart/2018/2/layout/IconVerticalSolidList"/>
    <dgm:cxn modelId="{B4DBA1E1-2D31-4D23-AB5C-3FFD884E974D}" type="presParOf" srcId="{B7FC9DE6-BFEE-4038-BE5A-36CFEFF8E6E9}" destId="{FEB52B23-483C-4F0A-84C8-635F402D5DF1}" srcOrd="0" destOrd="0" presId="urn:microsoft.com/office/officeart/2018/2/layout/IconVerticalSolidList"/>
    <dgm:cxn modelId="{EC0B5DE1-8665-4C50-97D3-57130CA24E9A}" type="presParOf" srcId="{B7FC9DE6-BFEE-4038-BE5A-36CFEFF8E6E9}" destId="{B3AF949E-8F97-4FFB-A8A3-16758D6F3975}" srcOrd="1" destOrd="0" presId="urn:microsoft.com/office/officeart/2018/2/layout/IconVerticalSolidList"/>
    <dgm:cxn modelId="{6FDFEC3E-1816-4C29-B046-B85E0FCBA7F5}" type="presParOf" srcId="{B7FC9DE6-BFEE-4038-BE5A-36CFEFF8E6E9}" destId="{73279510-9726-47F6-92AF-E789777AB6F9}" srcOrd="2" destOrd="0" presId="urn:microsoft.com/office/officeart/2018/2/layout/IconVerticalSolidList"/>
    <dgm:cxn modelId="{21109079-967D-455E-A35A-F4F8ED5A1A79}" type="presParOf" srcId="{B7FC9DE6-BFEE-4038-BE5A-36CFEFF8E6E9}" destId="{4C852F87-DE38-4F68-8515-E1B336FCBF36}" srcOrd="3" destOrd="0" presId="urn:microsoft.com/office/officeart/2018/2/layout/IconVerticalSolidList"/>
    <dgm:cxn modelId="{BB2532B9-688E-4D62-9560-F84F850EDF76}" type="presParOf" srcId="{B7FC9DE6-BFEE-4038-BE5A-36CFEFF8E6E9}" destId="{EB0B7ABE-D56E-4E9A-89A6-ABBE309AFE65}" srcOrd="4" destOrd="0" presId="urn:microsoft.com/office/officeart/2018/2/layout/IconVerticalSolidList"/>
    <dgm:cxn modelId="{69FF08A9-B704-4093-A9B0-F27558E69AD4}" type="presParOf" srcId="{45384A0C-2625-4789-AE1C-53DFE85E57E4}" destId="{7482E576-FCB4-4658-A5D5-FF9094C5E668}" srcOrd="1" destOrd="0" presId="urn:microsoft.com/office/officeart/2018/2/layout/IconVerticalSolidList"/>
    <dgm:cxn modelId="{D13F9A0F-D65B-4E6A-AAEA-5BED30C20C65}" type="presParOf" srcId="{45384A0C-2625-4789-AE1C-53DFE85E57E4}" destId="{C58379AB-04CB-45D4-9FEE-128ADB00AACF}" srcOrd="2" destOrd="0" presId="urn:microsoft.com/office/officeart/2018/2/layout/IconVerticalSolidList"/>
    <dgm:cxn modelId="{1548CC8F-8048-46E3-9503-714A9FDA567D}" type="presParOf" srcId="{C58379AB-04CB-45D4-9FEE-128ADB00AACF}" destId="{A235F734-3039-43AA-9218-B33C828715BB}" srcOrd="0" destOrd="0" presId="urn:microsoft.com/office/officeart/2018/2/layout/IconVerticalSolidList"/>
    <dgm:cxn modelId="{F44E90DB-ECCA-49E8-8A8A-3A50C63FE0F4}" type="presParOf" srcId="{C58379AB-04CB-45D4-9FEE-128ADB00AACF}" destId="{25257EEA-BC08-4E86-996A-14F70071676C}" srcOrd="1" destOrd="0" presId="urn:microsoft.com/office/officeart/2018/2/layout/IconVerticalSolidList"/>
    <dgm:cxn modelId="{93870256-87E1-4D4F-AA08-4A6A102C6962}" type="presParOf" srcId="{C58379AB-04CB-45D4-9FEE-128ADB00AACF}" destId="{9F1F3704-3DFF-467F-AF07-DB2C6D2FEF0F}" srcOrd="2" destOrd="0" presId="urn:microsoft.com/office/officeart/2018/2/layout/IconVerticalSolidList"/>
    <dgm:cxn modelId="{41992F71-44C9-4371-80BF-DA25D419715C}" type="presParOf" srcId="{C58379AB-04CB-45D4-9FEE-128ADB00AACF}" destId="{96D8BEFF-D537-485A-A1E9-5BE54D69E197}" srcOrd="3" destOrd="0" presId="urn:microsoft.com/office/officeart/2018/2/layout/IconVerticalSolidList"/>
    <dgm:cxn modelId="{E1E2F8B0-5E84-4F90-B83D-E9701E030FF3}" type="presParOf" srcId="{C58379AB-04CB-45D4-9FEE-128ADB00AACF}" destId="{BDA4B476-6E81-4D30-B310-B8F09A1984F8}" srcOrd="4" destOrd="0" presId="urn:microsoft.com/office/officeart/2018/2/layout/IconVerticalSolidList"/>
    <dgm:cxn modelId="{64C1CB1E-F9A8-4522-AE35-7FBEFA5E350A}" type="presParOf" srcId="{45384A0C-2625-4789-AE1C-53DFE85E57E4}" destId="{B44C6DD4-C6A7-47A4-B65F-C94203ED34A2}" srcOrd="3" destOrd="0" presId="urn:microsoft.com/office/officeart/2018/2/layout/IconVerticalSolidList"/>
    <dgm:cxn modelId="{57C78243-21B0-4D55-8E06-DFECB3AAFB08}" type="presParOf" srcId="{45384A0C-2625-4789-AE1C-53DFE85E57E4}" destId="{470F5D1D-B3D9-4287-A7EA-053EA5A6211D}" srcOrd="4" destOrd="0" presId="urn:microsoft.com/office/officeart/2018/2/layout/IconVerticalSolidList"/>
    <dgm:cxn modelId="{EF9FC74C-9225-41EE-8780-3EDBE47F2439}" type="presParOf" srcId="{470F5D1D-B3D9-4287-A7EA-053EA5A6211D}" destId="{D5F840D6-B088-4A96-BA29-3D63BE30F8E2}" srcOrd="0" destOrd="0" presId="urn:microsoft.com/office/officeart/2018/2/layout/IconVerticalSolidList"/>
    <dgm:cxn modelId="{5AEDDA3B-528A-4555-A604-FA34F67906A1}" type="presParOf" srcId="{470F5D1D-B3D9-4287-A7EA-053EA5A6211D}" destId="{285F9C6B-7ECD-421C-9950-F728D03B3DF4}" srcOrd="1" destOrd="0" presId="urn:microsoft.com/office/officeart/2018/2/layout/IconVerticalSolidList"/>
    <dgm:cxn modelId="{47FC7DCA-9DD3-4A0D-8C2E-7937E8D95DE0}" type="presParOf" srcId="{470F5D1D-B3D9-4287-A7EA-053EA5A6211D}" destId="{0B32A37A-6D28-4303-B46A-B882D3590D21}" srcOrd="2" destOrd="0" presId="urn:microsoft.com/office/officeart/2018/2/layout/IconVerticalSolidList"/>
    <dgm:cxn modelId="{4A8D379B-5D01-450D-9FFD-4F45A3D2137D}" type="presParOf" srcId="{470F5D1D-B3D9-4287-A7EA-053EA5A6211D}" destId="{42A7FD73-ABDA-4E22-9BF0-93A8D3EDD6F3}" srcOrd="3" destOrd="0" presId="urn:microsoft.com/office/officeart/2018/2/layout/IconVerticalSolidList"/>
    <dgm:cxn modelId="{2F7A5726-C7A7-49BB-AF70-38E9241ECD20}" type="presParOf" srcId="{470F5D1D-B3D9-4287-A7EA-053EA5A6211D}" destId="{6345219A-111B-4CFB-8779-C07ADB75B38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0CC5601-2D00-4C0E-952A-D9CEAEF8A08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85327D7-DA8B-4417-91E4-C58EFC970A3F}">
      <dgm:prSet/>
      <dgm:spPr/>
      <dgm:t>
        <a:bodyPr/>
        <a:lstStyle/>
        <a:p>
          <a:r>
            <a:rPr lang="pt-BR"/>
            <a:t>Edição Manual: Interface para correção de valores não extraídos</a:t>
          </a:r>
          <a:endParaRPr lang="en-US"/>
        </a:p>
      </dgm:t>
    </dgm:pt>
    <dgm:pt modelId="{5A327D4B-85C6-4660-B774-CE9DDDBD7EF6}" type="parTrans" cxnId="{0141B098-AF2C-40AD-B3A9-C2FAD509BA11}">
      <dgm:prSet/>
      <dgm:spPr/>
      <dgm:t>
        <a:bodyPr/>
        <a:lstStyle/>
        <a:p>
          <a:endParaRPr lang="en-US"/>
        </a:p>
      </dgm:t>
    </dgm:pt>
    <dgm:pt modelId="{C966F94A-671B-4D7C-8A7E-849C877BD776}" type="sibTrans" cxnId="{0141B098-AF2C-40AD-B3A9-C2FAD509BA11}">
      <dgm:prSet/>
      <dgm:spPr/>
      <dgm:t>
        <a:bodyPr/>
        <a:lstStyle/>
        <a:p>
          <a:endParaRPr lang="en-US"/>
        </a:p>
      </dgm:t>
    </dgm:pt>
    <dgm:pt modelId="{CC700F5F-E879-4AF8-8870-761D6CC42D9A}">
      <dgm:prSet/>
      <dgm:spPr/>
      <dgm:t>
        <a:bodyPr/>
        <a:lstStyle/>
        <a:p>
          <a:r>
            <a:rPr lang="pt-BR"/>
            <a:t>Exportação de Dados:</a:t>
          </a:r>
          <a:endParaRPr lang="en-US"/>
        </a:p>
      </dgm:t>
    </dgm:pt>
    <dgm:pt modelId="{C37779C1-D8C9-44EA-9D63-17507CB27B3A}" type="parTrans" cxnId="{48B41A16-F71D-4C3E-80DB-B5CC765BDEB7}">
      <dgm:prSet/>
      <dgm:spPr/>
      <dgm:t>
        <a:bodyPr/>
        <a:lstStyle/>
        <a:p>
          <a:endParaRPr lang="en-US"/>
        </a:p>
      </dgm:t>
    </dgm:pt>
    <dgm:pt modelId="{30746A18-5791-405F-BAB0-7E261F27E040}" type="sibTrans" cxnId="{48B41A16-F71D-4C3E-80DB-B5CC765BDEB7}">
      <dgm:prSet/>
      <dgm:spPr/>
      <dgm:t>
        <a:bodyPr/>
        <a:lstStyle/>
        <a:p>
          <a:endParaRPr lang="en-US"/>
        </a:p>
      </dgm:t>
    </dgm:pt>
    <dgm:pt modelId="{6E7BEB4A-245A-41AA-8AE9-2DC5DC010145}">
      <dgm:prSet/>
      <dgm:spPr/>
      <dgm:t>
        <a:bodyPr/>
        <a:lstStyle/>
        <a:p>
          <a:r>
            <a:rPr lang="pt-BR"/>
            <a:t>JSON completo com toda a estrutura extraída</a:t>
          </a:r>
          <a:endParaRPr lang="en-US"/>
        </a:p>
      </dgm:t>
    </dgm:pt>
    <dgm:pt modelId="{53E5E001-9AFF-4381-8DBA-6F106615C540}" type="parTrans" cxnId="{75750363-C070-4E2E-BF37-C99F874B24A9}">
      <dgm:prSet/>
      <dgm:spPr/>
      <dgm:t>
        <a:bodyPr/>
        <a:lstStyle/>
        <a:p>
          <a:endParaRPr lang="en-US"/>
        </a:p>
      </dgm:t>
    </dgm:pt>
    <dgm:pt modelId="{848B8B77-BADC-4A25-9B91-FD788CF00883}" type="sibTrans" cxnId="{75750363-C070-4E2E-BF37-C99F874B24A9}">
      <dgm:prSet/>
      <dgm:spPr/>
      <dgm:t>
        <a:bodyPr/>
        <a:lstStyle/>
        <a:p>
          <a:endParaRPr lang="en-US"/>
        </a:p>
      </dgm:t>
    </dgm:pt>
    <dgm:pt modelId="{4DFFC56A-8FC4-4948-962E-2ACC094A6F63}">
      <dgm:prSet/>
      <dgm:spPr/>
      <dgm:t>
        <a:bodyPr/>
        <a:lstStyle/>
        <a:p>
          <a:r>
            <a:rPr lang="pt-BR"/>
            <a:t>CSV dos itens em formato ABNT (separador ;, vírgula decimal)</a:t>
          </a:r>
          <a:endParaRPr lang="en-US"/>
        </a:p>
      </dgm:t>
    </dgm:pt>
    <dgm:pt modelId="{EF94366B-CB49-4D82-B5DF-23916595E90E}" type="parTrans" cxnId="{21067404-C78C-4F5E-87C6-7B0AA336C6C9}">
      <dgm:prSet/>
      <dgm:spPr/>
      <dgm:t>
        <a:bodyPr/>
        <a:lstStyle/>
        <a:p>
          <a:endParaRPr lang="en-US"/>
        </a:p>
      </dgm:t>
    </dgm:pt>
    <dgm:pt modelId="{3522B08C-F8E2-4E72-9F84-01936E4BEAC6}" type="sibTrans" cxnId="{21067404-C78C-4F5E-87C6-7B0AA336C6C9}">
      <dgm:prSet/>
      <dgm:spPr/>
      <dgm:t>
        <a:bodyPr/>
        <a:lstStyle/>
        <a:p>
          <a:endParaRPr lang="en-US"/>
        </a:p>
      </dgm:t>
    </dgm:pt>
    <dgm:pt modelId="{BE08F2D8-F0AC-4E0D-B66D-8A68F13D2F20}">
      <dgm:prSet/>
      <dgm:spPr/>
      <dgm:t>
        <a:bodyPr/>
        <a:lstStyle/>
        <a:p>
          <a:r>
            <a:rPr lang="pt-BR"/>
            <a:t>Sistema de Cache: Evita reprocessamento do mesmo arquivo</a:t>
          </a:r>
          <a:endParaRPr lang="en-US"/>
        </a:p>
      </dgm:t>
    </dgm:pt>
    <dgm:pt modelId="{F6C86972-8AB5-4123-BE84-233B3BFE19BD}" type="parTrans" cxnId="{AC4CECE8-A09A-48EF-BE0A-FAB291A75FF8}">
      <dgm:prSet/>
      <dgm:spPr/>
      <dgm:t>
        <a:bodyPr/>
        <a:lstStyle/>
        <a:p>
          <a:endParaRPr lang="en-US"/>
        </a:p>
      </dgm:t>
    </dgm:pt>
    <dgm:pt modelId="{BF10FDAF-3434-45DA-BDE0-B1BB6270A0E6}" type="sibTrans" cxnId="{AC4CECE8-A09A-48EF-BE0A-FAB291A75FF8}">
      <dgm:prSet/>
      <dgm:spPr/>
      <dgm:t>
        <a:bodyPr/>
        <a:lstStyle/>
        <a:p>
          <a:endParaRPr lang="en-US"/>
        </a:p>
      </dgm:t>
    </dgm:pt>
    <dgm:pt modelId="{BDA9E668-08A0-45A1-B997-0933D5730256}">
      <dgm:prSet/>
      <dgm:spPr/>
      <dgm:t>
        <a:bodyPr/>
        <a:lstStyle/>
        <a:p>
          <a:r>
            <a:rPr lang="pt-BR"/>
            <a:t>Visualização de Debug: Texto OCR bruto e JSON completo</a:t>
          </a:r>
          <a:endParaRPr lang="en-US"/>
        </a:p>
      </dgm:t>
    </dgm:pt>
    <dgm:pt modelId="{F9E74E3B-BFF0-4E60-8EED-43E54D02BB8F}" type="parTrans" cxnId="{1F4FF959-BEA3-4747-8C9E-F3C9D7F31EDB}">
      <dgm:prSet/>
      <dgm:spPr/>
      <dgm:t>
        <a:bodyPr/>
        <a:lstStyle/>
        <a:p>
          <a:endParaRPr lang="en-US"/>
        </a:p>
      </dgm:t>
    </dgm:pt>
    <dgm:pt modelId="{1E8792E8-1E3B-4070-86C7-3F66C41F41F6}" type="sibTrans" cxnId="{1F4FF959-BEA3-4747-8C9E-F3C9D7F31EDB}">
      <dgm:prSet/>
      <dgm:spPr/>
      <dgm:t>
        <a:bodyPr/>
        <a:lstStyle/>
        <a:p>
          <a:endParaRPr lang="en-US"/>
        </a:p>
      </dgm:t>
    </dgm:pt>
    <dgm:pt modelId="{1AD01C14-21EF-4390-8B1B-16322ADF437E}" type="pres">
      <dgm:prSet presAssocID="{50CC5601-2D00-4C0E-952A-D9CEAEF8A08E}" presName="root" presStyleCnt="0">
        <dgm:presLayoutVars>
          <dgm:dir/>
          <dgm:resizeHandles val="exact"/>
        </dgm:presLayoutVars>
      </dgm:prSet>
      <dgm:spPr/>
    </dgm:pt>
    <dgm:pt modelId="{88779E83-31D1-45DF-B223-862C9C304574}" type="pres">
      <dgm:prSet presAssocID="{685327D7-DA8B-4417-91E4-C58EFC970A3F}" presName="compNode" presStyleCnt="0"/>
      <dgm:spPr/>
    </dgm:pt>
    <dgm:pt modelId="{4F8D453E-9D01-420D-892E-A0A1DE84CCF6}" type="pres">
      <dgm:prSet presAssocID="{685327D7-DA8B-4417-91E4-C58EFC970A3F}" presName="bgRect" presStyleLbl="bgShp" presStyleIdx="0" presStyleCnt="4"/>
      <dgm:spPr/>
    </dgm:pt>
    <dgm:pt modelId="{1B1E96EF-AB44-414A-9B74-3DFB89FD65FB}" type="pres">
      <dgm:prSet presAssocID="{685327D7-DA8B-4417-91E4-C58EFC970A3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áquina de escrever"/>
        </a:ext>
      </dgm:extLst>
    </dgm:pt>
    <dgm:pt modelId="{CD1D9E71-E974-4D4B-9002-5A1C422EF908}" type="pres">
      <dgm:prSet presAssocID="{685327D7-DA8B-4417-91E4-C58EFC970A3F}" presName="spaceRect" presStyleCnt="0"/>
      <dgm:spPr/>
    </dgm:pt>
    <dgm:pt modelId="{0EB190ED-FC83-45C4-B656-866C434AA85A}" type="pres">
      <dgm:prSet presAssocID="{685327D7-DA8B-4417-91E4-C58EFC970A3F}" presName="parTx" presStyleLbl="revTx" presStyleIdx="0" presStyleCnt="5">
        <dgm:presLayoutVars>
          <dgm:chMax val="0"/>
          <dgm:chPref val="0"/>
        </dgm:presLayoutVars>
      </dgm:prSet>
      <dgm:spPr/>
    </dgm:pt>
    <dgm:pt modelId="{B508ECB5-95FA-4631-9C7D-B0FEB900D10C}" type="pres">
      <dgm:prSet presAssocID="{C966F94A-671B-4D7C-8A7E-849C877BD776}" presName="sibTrans" presStyleCnt="0"/>
      <dgm:spPr/>
    </dgm:pt>
    <dgm:pt modelId="{447E5EAE-BCAE-4C12-AFBD-0DAB3E1D849D}" type="pres">
      <dgm:prSet presAssocID="{CC700F5F-E879-4AF8-8870-761D6CC42D9A}" presName="compNode" presStyleCnt="0"/>
      <dgm:spPr/>
    </dgm:pt>
    <dgm:pt modelId="{B19FD2BF-B2B4-4C90-B366-F23A9C33B25A}" type="pres">
      <dgm:prSet presAssocID="{CC700F5F-E879-4AF8-8870-761D6CC42D9A}" presName="bgRect" presStyleLbl="bgShp" presStyleIdx="1" presStyleCnt="4"/>
      <dgm:spPr/>
    </dgm:pt>
    <dgm:pt modelId="{8354935E-08B6-4AC8-8075-B95B9398EE28}" type="pres">
      <dgm:prSet presAssocID="{CC700F5F-E879-4AF8-8870-761D6CC42D9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41AEB0BD-A1D7-4AA4-AA96-CA341176A23B}" type="pres">
      <dgm:prSet presAssocID="{CC700F5F-E879-4AF8-8870-761D6CC42D9A}" presName="spaceRect" presStyleCnt="0"/>
      <dgm:spPr/>
    </dgm:pt>
    <dgm:pt modelId="{595273EF-FABE-4D66-A28E-46E4C2D90B5F}" type="pres">
      <dgm:prSet presAssocID="{CC700F5F-E879-4AF8-8870-761D6CC42D9A}" presName="parTx" presStyleLbl="revTx" presStyleIdx="1" presStyleCnt="5">
        <dgm:presLayoutVars>
          <dgm:chMax val="0"/>
          <dgm:chPref val="0"/>
        </dgm:presLayoutVars>
      </dgm:prSet>
      <dgm:spPr/>
    </dgm:pt>
    <dgm:pt modelId="{018C868A-DDD2-44CC-8C82-BE5B4D298C9F}" type="pres">
      <dgm:prSet presAssocID="{CC700F5F-E879-4AF8-8870-761D6CC42D9A}" presName="desTx" presStyleLbl="revTx" presStyleIdx="2" presStyleCnt="5">
        <dgm:presLayoutVars/>
      </dgm:prSet>
      <dgm:spPr/>
    </dgm:pt>
    <dgm:pt modelId="{2D48E8BA-E8F0-4EC5-AE97-0055D2C5D057}" type="pres">
      <dgm:prSet presAssocID="{30746A18-5791-405F-BAB0-7E261F27E040}" presName="sibTrans" presStyleCnt="0"/>
      <dgm:spPr/>
    </dgm:pt>
    <dgm:pt modelId="{0A168F4E-98D8-42D1-8ED9-855F17C235C2}" type="pres">
      <dgm:prSet presAssocID="{BE08F2D8-F0AC-4E0D-B66D-8A68F13D2F20}" presName="compNode" presStyleCnt="0"/>
      <dgm:spPr/>
    </dgm:pt>
    <dgm:pt modelId="{392EE2C2-FB64-487D-AA12-256757728C35}" type="pres">
      <dgm:prSet presAssocID="{BE08F2D8-F0AC-4E0D-B66D-8A68F13D2F20}" presName="bgRect" presStyleLbl="bgShp" presStyleIdx="2" presStyleCnt="4"/>
      <dgm:spPr/>
    </dgm:pt>
    <dgm:pt modelId="{C6881933-2B3B-42FB-B958-2F16B7349746}" type="pres">
      <dgm:prSet presAssocID="{BE08F2D8-F0AC-4E0D-B66D-8A68F13D2F2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4E8AFE5F-D1E7-4C0D-9B1D-3BBD7D0F8048}" type="pres">
      <dgm:prSet presAssocID="{BE08F2D8-F0AC-4E0D-B66D-8A68F13D2F20}" presName="spaceRect" presStyleCnt="0"/>
      <dgm:spPr/>
    </dgm:pt>
    <dgm:pt modelId="{98DA362D-A7A7-48AE-94DA-C6D16A36703F}" type="pres">
      <dgm:prSet presAssocID="{BE08F2D8-F0AC-4E0D-B66D-8A68F13D2F20}" presName="parTx" presStyleLbl="revTx" presStyleIdx="3" presStyleCnt="5">
        <dgm:presLayoutVars>
          <dgm:chMax val="0"/>
          <dgm:chPref val="0"/>
        </dgm:presLayoutVars>
      </dgm:prSet>
      <dgm:spPr/>
    </dgm:pt>
    <dgm:pt modelId="{E9F45E4C-4B4E-4AE3-950C-ED88EE129484}" type="pres">
      <dgm:prSet presAssocID="{BF10FDAF-3434-45DA-BDE0-B1BB6270A0E6}" presName="sibTrans" presStyleCnt="0"/>
      <dgm:spPr/>
    </dgm:pt>
    <dgm:pt modelId="{790EFBC6-6D67-4006-A1CD-82C1CBF406DC}" type="pres">
      <dgm:prSet presAssocID="{BDA9E668-08A0-45A1-B997-0933D5730256}" presName="compNode" presStyleCnt="0"/>
      <dgm:spPr/>
    </dgm:pt>
    <dgm:pt modelId="{13A8A111-734B-42EE-B811-6DB9D0222AFA}" type="pres">
      <dgm:prSet presAssocID="{BDA9E668-08A0-45A1-B997-0933D5730256}" presName="bgRect" presStyleLbl="bgShp" presStyleIdx="3" presStyleCnt="4"/>
      <dgm:spPr/>
    </dgm:pt>
    <dgm:pt modelId="{8A438584-5520-405D-B0FA-3AED9859EC63}" type="pres">
      <dgm:prSet presAssocID="{BDA9E668-08A0-45A1-B997-0933D573025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1721BD6B-5499-4635-B090-6D4A228A9DD4}" type="pres">
      <dgm:prSet presAssocID="{BDA9E668-08A0-45A1-B997-0933D5730256}" presName="spaceRect" presStyleCnt="0"/>
      <dgm:spPr/>
    </dgm:pt>
    <dgm:pt modelId="{A53E7ACB-C9E4-4DF9-856F-BEADB1F189AD}" type="pres">
      <dgm:prSet presAssocID="{BDA9E668-08A0-45A1-B997-0933D573025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1067404-C78C-4F5E-87C6-7B0AA336C6C9}" srcId="{CC700F5F-E879-4AF8-8870-761D6CC42D9A}" destId="{4DFFC56A-8FC4-4948-962E-2ACC094A6F63}" srcOrd="1" destOrd="0" parTransId="{EF94366B-CB49-4D82-B5DF-23916595E90E}" sibTransId="{3522B08C-F8E2-4E72-9F84-01936E4BEAC6}"/>
    <dgm:cxn modelId="{48B41A16-F71D-4C3E-80DB-B5CC765BDEB7}" srcId="{50CC5601-2D00-4C0E-952A-D9CEAEF8A08E}" destId="{CC700F5F-E879-4AF8-8870-761D6CC42D9A}" srcOrd="1" destOrd="0" parTransId="{C37779C1-D8C9-44EA-9D63-17507CB27B3A}" sibTransId="{30746A18-5791-405F-BAB0-7E261F27E040}"/>
    <dgm:cxn modelId="{5CA3452C-4813-4FF6-A4F9-DFD6D00BD6CB}" type="presOf" srcId="{685327D7-DA8B-4417-91E4-C58EFC970A3F}" destId="{0EB190ED-FC83-45C4-B656-866C434AA85A}" srcOrd="0" destOrd="0" presId="urn:microsoft.com/office/officeart/2018/2/layout/IconVerticalSolidList"/>
    <dgm:cxn modelId="{7E7AD72D-1EF3-405F-910C-19792F5D588B}" type="presOf" srcId="{CC700F5F-E879-4AF8-8870-761D6CC42D9A}" destId="{595273EF-FABE-4D66-A28E-46E4C2D90B5F}" srcOrd="0" destOrd="0" presId="urn:microsoft.com/office/officeart/2018/2/layout/IconVerticalSolidList"/>
    <dgm:cxn modelId="{67A46B32-D68F-49F1-BF34-26B411B4F5E0}" type="presOf" srcId="{BE08F2D8-F0AC-4E0D-B66D-8A68F13D2F20}" destId="{98DA362D-A7A7-48AE-94DA-C6D16A36703F}" srcOrd="0" destOrd="0" presId="urn:microsoft.com/office/officeart/2018/2/layout/IconVerticalSolidList"/>
    <dgm:cxn modelId="{75750363-C070-4E2E-BF37-C99F874B24A9}" srcId="{CC700F5F-E879-4AF8-8870-761D6CC42D9A}" destId="{6E7BEB4A-245A-41AA-8AE9-2DC5DC010145}" srcOrd="0" destOrd="0" parTransId="{53E5E001-9AFF-4381-8DBA-6F106615C540}" sibTransId="{848B8B77-BADC-4A25-9B91-FD788CF00883}"/>
    <dgm:cxn modelId="{1F4FF959-BEA3-4747-8C9E-F3C9D7F31EDB}" srcId="{50CC5601-2D00-4C0E-952A-D9CEAEF8A08E}" destId="{BDA9E668-08A0-45A1-B997-0933D5730256}" srcOrd="3" destOrd="0" parTransId="{F9E74E3B-BFF0-4E60-8EED-43E54D02BB8F}" sibTransId="{1E8792E8-1E3B-4070-86C7-3F66C41F41F6}"/>
    <dgm:cxn modelId="{7AA79286-0FC6-4372-8E21-407A1A7B453A}" type="presOf" srcId="{50CC5601-2D00-4C0E-952A-D9CEAEF8A08E}" destId="{1AD01C14-21EF-4390-8B1B-16322ADF437E}" srcOrd="0" destOrd="0" presId="urn:microsoft.com/office/officeart/2018/2/layout/IconVerticalSolidList"/>
    <dgm:cxn modelId="{0141B098-AF2C-40AD-B3A9-C2FAD509BA11}" srcId="{50CC5601-2D00-4C0E-952A-D9CEAEF8A08E}" destId="{685327D7-DA8B-4417-91E4-C58EFC970A3F}" srcOrd="0" destOrd="0" parTransId="{5A327D4B-85C6-4660-B774-CE9DDDBD7EF6}" sibTransId="{C966F94A-671B-4D7C-8A7E-849C877BD776}"/>
    <dgm:cxn modelId="{260903BC-2FFB-4CF7-A855-A66EF825E0FD}" type="presOf" srcId="{BDA9E668-08A0-45A1-B997-0933D5730256}" destId="{A53E7ACB-C9E4-4DF9-856F-BEADB1F189AD}" srcOrd="0" destOrd="0" presId="urn:microsoft.com/office/officeart/2018/2/layout/IconVerticalSolidList"/>
    <dgm:cxn modelId="{A4DD3BE7-1C95-4C4E-BEC1-C1A5CF4D2862}" type="presOf" srcId="{4DFFC56A-8FC4-4948-962E-2ACC094A6F63}" destId="{018C868A-DDD2-44CC-8C82-BE5B4D298C9F}" srcOrd="0" destOrd="1" presId="urn:microsoft.com/office/officeart/2018/2/layout/IconVerticalSolidList"/>
    <dgm:cxn modelId="{AC4CECE8-A09A-48EF-BE0A-FAB291A75FF8}" srcId="{50CC5601-2D00-4C0E-952A-D9CEAEF8A08E}" destId="{BE08F2D8-F0AC-4E0D-B66D-8A68F13D2F20}" srcOrd="2" destOrd="0" parTransId="{F6C86972-8AB5-4123-BE84-233B3BFE19BD}" sibTransId="{BF10FDAF-3434-45DA-BDE0-B1BB6270A0E6}"/>
    <dgm:cxn modelId="{0A9A2FFB-6F9E-4F74-B9D9-44A0093D3506}" type="presOf" srcId="{6E7BEB4A-245A-41AA-8AE9-2DC5DC010145}" destId="{018C868A-DDD2-44CC-8C82-BE5B4D298C9F}" srcOrd="0" destOrd="0" presId="urn:microsoft.com/office/officeart/2018/2/layout/IconVerticalSolidList"/>
    <dgm:cxn modelId="{6974B247-19E8-4633-94FA-029057FBAA63}" type="presParOf" srcId="{1AD01C14-21EF-4390-8B1B-16322ADF437E}" destId="{88779E83-31D1-45DF-B223-862C9C304574}" srcOrd="0" destOrd="0" presId="urn:microsoft.com/office/officeart/2018/2/layout/IconVerticalSolidList"/>
    <dgm:cxn modelId="{D266DADB-1EBB-4531-A4B3-481C5F0C956A}" type="presParOf" srcId="{88779E83-31D1-45DF-B223-862C9C304574}" destId="{4F8D453E-9D01-420D-892E-A0A1DE84CCF6}" srcOrd="0" destOrd="0" presId="urn:microsoft.com/office/officeart/2018/2/layout/IconVerticalSolidList"/>
    <dgm:cxn modelId="{3C442D61-0591-4FC3-8173-13AD78E47EC6}" type="presParOf" srcId="{88779E83-31D1-45DF-B223-862C9C304574}" destId="{1B1E96EF-AB44-414A-9B74-3DFB89FD65FB}" srcOrd="1" destOrd="0" presId="urn:microsoft.com/office/officeart/2018/2/layout/IconVerticalSolidList"/>
    <dgm:cxn modelId="{190CB811-F301-433D-9D3E-D1A53DE79B0F}" type="presParOf" srcId="{88779E83-31D1-45DF-B223-862C9C304574}" destId="{CD1D9E71-E974-4D4B-9002-5A1C422EF908}" srcOrd="2" destOrd="0" presId="urn:microsoft.com/office/officeart/2018/2/layout/IconVerticalSolidList"/>
    <dgm:cxn modelId="{48A6AB90-47B5-4019-82D5-A88667AF6751}" type="presParOf" srcId="{88779E83-31D1-45DF-B223-862C9C304574}" destId="{0EB190ED-FC83-45C4-B656-866C434AA85A}" srcOrd="3" destOrd="0" presId="urn:microsoft.com/office/officeart/2018/2/layout/IconVerticalSolidList"/>
    <dgm:cxn modelId="{9DA90ED0-A89E-42E6-B8B4-456593FDEA2A}" type="presParOf" srcId="{1AD01C14-21EF-4390-8B1B-16322ADF437E}" destId="{B508ECB5-95FA-4631-9C7D-B0FEB900D10C}" srcOrd="1" destOrd="0" presId="urn:microsoft.com/office/officeart/2018/2/layout/IconVerticalSolidList"/>
    <dgm:cxn modelId="{32BC18F9-F212-4250-AB64-94CF5842670F}" type="presParOf" srcId="{1AD01C14-21EF-4390-8B1B-16322ADF437E}" destId="{447E5EAE-BCAE-4C12-AFBD-0DAB3E1D849D}" srcOrd="2" destOrd="0" presId="urn:microsoft.com/office/officeart/2018/2/layout/IconVerticalSolidList"/>
    <dgm:cxn modelId="{CC9800C9-C8ED-4EEE-B322-833F021442B4}" type="presParOf" srcId="{447E5EAE-BCAE-4C12-AFBD-0DAB3E1D849D}" destId="{B19FD2BF-B2B4-4C90-B366-F23A9C33B25A}" srcOrd="0" destOrd="0" presId="urn:microsoft.com/office/officeart/2018/2/layout/IconVerticalSolidList"/>
    <dgm:cxn modelId="{B87574FD-15A4-4F87-94FC-AEB5276041F3}" type="presParOf" srcId="{447E5EAE-BCAE-4C12-AFBD-0DAB3E1D849D}" destId="{8354935E-08B6-4AC8-8075-B95B9398EE28}" srcOrd="1" destOrd="0" presId="urn:microsoft.com/office/officeart/2018/2/layout/IconVerticalSolidList"/>
    <dgm:cxn modelId="{5D115588-AB78-432C-9BDE-17A303C07608}" type="presParOf" srcId="{447E5EAE-BCAE-4C12-AFBD-0DAB3E1D849D}" destId="{41AEB0BD-A1D7-4AA4-AA96-CA341176A23B}" srcOrd="2" destOrd="0" presId="urn:microsoft.com/office/officeart/2018/2/layout/IconVerticalSolidList"/>
    <dgm:cxn modelId="{D023E3B4-E54A-4EAC-8FF2-1848F04149EB}" type="presParOf" srcId="{447E5EAE-BCAE-4C12-AFBD-0DAB3E1D849D}" destId="{595273EF-FABE-4D66-A28E-46E4C2D90B5F}" srcOrd="3" destOrd="0" presId="urn:microsoft.com/office/officeart/2018/2/layout/IconVerticalSolidList"/>
    <dgm:cxn modelId="{D7BD20D3-1AC0-45C2-8751-FA66D12927DB}" type="presParOf" srcId="{447E5EAE-BCAE-4C12-AFBD-0DAB3E1D849D}" destId="{018C868A-DDD2-44CC-8C82-BE5B4D298C9F}" srcOrd="4" destOrd="0" presId="urn:microsoft.com/office/officeart/2018/2/layout/IconVerticalSolidList"/>
    <dgm:cxn modelId="{E74298E6-4202-4B64-8AE7-70970FAD9312}" type="presParOf" srcId="{1AD01C14-21EF-4390-8B1B-16322ADF437E}" destId="{2D48E8BA-E8F0-4EC5-AE97-0055D2C5D057}" srcOrd="3" destOrd="0" presId="urn:microsoft.com/office/officeart/2018/2/layout/IconVerticalSolidList"/>
    <dgm:cxn modelId="{DDA91D0A-4DB1-4BD0-ADF3-BD80C208210C}" type="presParOf" srcId="{1AD01C14-21EF-4390-8B1B-16322ADF437E}" destId="{0A168F4E-98D8-42D1-8ED9-855F17C235C2}" srcOrd="4" destOrd="0" presId="urn:microsoft.com/office/officeart/2018/2/layout/IconVerticalSolidList"/>
    <dgm:cxn modelId="{57785FFE-9460-48B6-84EE-5CEEA390B4EF}" type="presParOf" srcId="{0A168F4E-98D8-42D1-8ED9-855F17C235C2}" destId="{392EE2C2-FB64-487D-AA12-256757728C35}" srcOrd="0" destOrd="0" presId="urn:microsoft.com/office/officeart/2018/2/layout/IconVerticalSolidList"/>
    <dgm:cxn modelId="{FAFB9646-3E77-4A99-891F-6C91E58F292E}" type="presParOf" srcId="{0A168F4E-98D8-42D1-8ED9-855F17C235C2}" destId="{C6881933-2B3B-42FB-B958-2F16B7349746}" srcOrd="1" destOrd="0" presId="urn:microsoft.com/office/officeart/2018/2/layout/IconVerticalSolidList"/>
    <dgm:cxn modelId="{FA0B4E2D-C70F-4AF5-8D66-08F2BEEE222C}" type="presParOf" srcId="{0A168F4E-98D8-42D1-8ED9-855F17C235C2}" destId="{4E8AFE5F-D1E7-4C0D-9B1D-3BBD7D0F8048}" srcOrd="2" destOrd="0" presId="urn:microsoft.com/office/officeart/2018/2/layout/IconVerticalSolidList"/>
    <dgm:cxn modelId="{25522C11-CF4A-44FB-A5CF-F2721D88846C}" type="presParOf" srcId="{0A168F4E-98D8-42D1-8ED9-855F17C235C2}" destId="{98DA362D-A7A7-48AE-94DA-C6D16A36703F}" srcOrd="3" destOrd="0" presId="urn:microsoft.com/office/officeart/2018/2/layout/IconVerticalSolidList"/>
    <dgm:cxn modelId="{BFA56714-DF4B-41D0-88D0-7F613A73B169}" type="presParOf" srcId="{1AD01C14-21EF-4390-8B1B-16322ADF437E}" destId="{E9F45E4C-4B4E-4AE3-950C-ED88EE129484}" srcOrd="5" destOrd="0" presId="urn:microsoft.com/office/officeart/2018/2/layout/IconVerticalSolidList"/>
    <dgm:cxn modelId="{18FC9F87-132C-4819-A752-D5DA862AEEE5}" type="presParOf" srcId="{1AD01C14-21EF-4390-8B1B-16322ADF437E}" destId="{790EFBC6-6D67-4006-A1CD-82C1CBF406DC}" srcOrd="6" destOrd="0" presId="urn:microsoft.com/office/officeart/2018/2/layout/IconVerticalSolidList"/>
    <dgm:cxn modelId="{AB6DAEA3-E024-473B-8FD4-ECA51E169911}" type="presParOf" srcId="{790EFBC6-6D67-4006-A1CD-82C1CBF406DC}" destId="{13A8A111-734B-42EE-B811-6DB9D0222AFA}" srcOrd="0" destOrd="0" presId="urn:microsoft.com/office/officeart/2018/2/layout/IconVerticalSolidList"/>
    <dgm:cxn modelId="{6D0C78CD-0BCB-475B-BB49-BB212E508D9C}" type="presParOf" srcId="{790EFBC6-6D67-4006-A1CD-82C1CBF406DC}" destId="{8A438584-5520-405D-B0FA-3AED9859EC63}" srcOrd="1" destOrd="0" presId="urn:microsoft.com/office/officeart/2018/2/layout/IconVerticalSolidList"/>
    <dgm:cxn modelId="{F8FE59F0-BD85-47E1-BE59-289C771D2D1B}" type="presParOf" srcId="{790EFBC6-6D67-4006-A1CD-82C1CBF406DC}" destId="{1721BD6B-5499-4635-B090-6D4A228A9DD4}" srcOrd="2" destOrd="0" presId="urn:microsoft.com/office/officeart/2018/2/layout/IconVerticalSolidList"/>
    <dgm:cxn modelId="{266CA67A-5DB8-4C28-BB1C-2C462338196D}" type="presParOf" srcId="{790EFBC6-6D67-4006-A1CD-82C1CBF406DC}" destId="{A53E7ACB-C9E4-4DF9-856F-BEADB1F189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28424D2-49CE-4F52-877B-AC519BA4F9B1}" type="doc">
      <dgm:prSet loTypeId="urn:microsoft.com/office/officeart/2005/8/layout/hierarchy2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F2A690-374F-4AC1-8AB9-9CE86B1130D8}">
      <dgm:prSet/>
      <dgm:spPr/>
      <dgm:t>
        <a:bodyPr/>
        <a:lstStyle/>
        <a:p>
          <a:r>
            <a:rPr lang="pt-BR" b="0" i="0"/>
            <a:t>Validações Implementadas:</a:t>
          </a:r>
          <a:endParaRPr lang="en-US"/>
        </a:p>
      </dgm:t>
    </dgm:pt>
    <dgm:pt modelId="{C6A375FD-2FE9-4B07-B786-90C3AD9DC2E5}" type="parTrans" cxnId="{EE4881CB-C017-41E5-A70D-39B526E7B6C4}">
      <dgm:prSet/>
      <dgm:spPr/>
      <dgm:t>
        <a:bodyPr/>
        <a:lstStyle/>
        <a:p>
          <a:endParaRPr lang="en-US"/>
        </a:p>
      </dgm:t>
    </dgm:pt>
    <dgm:pt modelId="{EE0AA64B-B0F4-4A60-A324-53A79CEA566D}" type="sibTrans" cxnId="{EE4881CB-C017-41E5-A70D-39B526E7B6C4}">
      <dgm:prSet/>
      <dgm:spPr/>
      <dgm:t>
        <a:bodyPr/>
        <a:lstStyle/>
        <a:p>
          <a:endParaRPr lang="en-US"/>
        </a:p>
      </dgm:t>
    </dgm:pt>
    <dgm:pt modelId="{384100A4-2BBA-4D32-B275-7AAE6412023A}">
      <dgm:prSet/>
      <dgm:spPr/>
      <dgm:t>
        <a:bodyPr/>
        <a:lstStyle/>
        <a:p>
          <a:r>
            <a:rPr lang="pt-BR"/>
            <a:t>Verificação de instalação do Tesseract e chave API do Gemini</a:t>
          </a:r>
          <a:endParaRPr lang="en-US"/>
        </a:p>
      </dgm:t>
    </dgm:pt>
    <dgm:pt modelId="{F1D79F57-341B-4D8D-BD7A-1976166123B7}" type="parTrans" cxnId="{8CE639A1-9D2E-4C8D-9417-7C525331DBC3}">
      <dgm:prSet/>
      <dgm:spPr/>
      <dgm:t>
        <a:bodyPr/>
        <a:lstStyle/>
        <a:p>
          <a:endParaRPr lang="en-US"/>
        </a:p>
      </dgm:t>
    </dgm:pt>
    <dgm:pt modelId="{FC2B93F5-20B1-4DA7-8A97-53F1C437B209}" type="sibTrans" cxnId="{8CE639A1-9D2E-4C8D-9417-7C525331DBC3}">
      <dgm:prSet/>
      <dgm:spPr/>
      <dgm:t>
        <a:bodyPr/>
        <a:lstStyle/>
        <a:p>
          <a:endParaRPr lang="en-US"/>
        </a:p>
      </dgm:t>
    </dgm:pt>
    <dgm:pt modelId="{40A27F24-58F2-4752-91A5-572FC5446FA0}">
      <dgm:prSet/>
      <dgm:spPr/>
      <dgm:t>
        <a:bodyPr/>
        <a:lstStyle/>
        <a:p>
          <a:r>
            <a:rPr lang="pt-BR"/>
            <a:t>Tratamento de erros de conversão de tipos</a:t>
          </a:r>
          <a:endParaRPr lang="en-US"/>
        </a:p>
      </dgm:t>
    </dgm:pt>
    <dgm:pt modelId="{52183B8C-CB37-4C53-96F0-38AC2DD1DFD4}" type="parTrans" cxnId="{616E6311-7B96-44DF-96A9-0FBFC3A63619}">
      <dgm:prSet/>
      <dgm:spPr/>
      <dgm:t>
        <a:bodyPr/>
        <a:lstStyle/>
        <a:p>
          <a:endParaRPr lang="en-US"/>
        </a:p>
      </dgm:t>
    </dgm:pt>
    <dgm:pt modelId="{E0A99953-7BE5-4942-83BD-611C61EEC152}" type="sibTrans" cxnId="{616E6311-7B96-44DF-96A9-0FBFC3A63619}">
      <dgm:prSet/>
      <dgm:spPr/>
      <dgm:t>
        <a:bodyPr/>
        <a:lstStyle/>
        <a:p>
          <a:endParaRPr lang="en-US"/>
        </a:p>
      </dgm:t>
    </dgm:pt>
    <dgm:pt modelId="{2085BB92-F3A6-4B31-A858-5BA9033BB6D4}">
      <dgm:prSet/>
      <dgm:spPr/>
      <dgm:t>
        <a:bodyPr/>
        <a:lstStyle/>
        <a:p>
          <a:r>
            <a:rPr lang="pt-BR" b="0" i="0" dirty="0"/>
            <a:t>Mensagens de Erro Específicas:</a:t>
          </a:r>
          <a:endParaRPr lang="en-US" dirty="0"/>
        </a:p>
      </dgm:t>
    </dgm:pt>
    <dgm:pt modelId="{34ABD390-FF26-4865-A1DF-1AF4B8E5FD0D}" type="parTrans" cxnId="{0498BBA2-A4A9-43F0-8AE7-C39496FE1734}">
      <dgm:prSet/>
      <dgm:spPr/>
      <dgm:t>
        <a:bodyPr/>
        <a:lstStyle/>
        <a:p>
          <a:endParaRPr lang="en-US"/>
        </a:p>
      </dgm:t>
    </dgm:pt>
    <dgm:pt modelId="{BD216F89-704B-4E54-A131-DC0FF2B3BEC3}" type="sibTrans" cxnId="{0498BBA2-A4A9-43F0-8AE7-C39496FE1734}">
      <dgm:prSet/>
      <dgm:spPr/>
      <dgm:t>
        <a:bodyPr/>
        <a:lstStyle/>
        <a:p>
          <a:endParaRPr lang="en-US"/>
        </a:p>
      </dgm:t>
    </dgm:pt>
    <dgm:pt modelId="{3D031648-C8B0-4683-B908-A0933E48DCEE}">
      <dgm:prSet/>
      <dgm:spPr/>
      <dgm:t>
        <a:bodyPr/>
        <a:lstStyle/>
        <a:p>
          <a:r>
            <a:rPr lang="pt-BR" dirty="0"/>
            <a:t>ERRO_CONVERSAO, ERRO_PDF, ERRO_IMAGEM, ERRO_TESSERACT</a:t>
          </a:r>
          <a:endParaRPr lang="en-US" dirty="0"/>
        </a:p>
      </dgm:t>
    </dgm:pt>
    <dgm:pt modelId="{B29FDAD2-6E2C-4AE0-BBE7-EBEE76D80752}" type="parTrans" cxnId="{EE1F2AB7-A8C2-4836-8270-1123D3F60B7B}">
      <dgm:prSet/>
      <dgm:spPr/>
      <dgm:t>
        <a:bodyPr/>
        <a:lstStyle/>
        <a:p>
          <a:endParaRPr lang="en-US"/>
        </a:p>
      </dgm:t>
    </dgm:pt>
    <dgm:pt modelId="{65C62B4A-5EA0-4F80-9CC2-AE2207E192BB}" type="sibTrans" cxnId="{EE1F2AB7-A8C2-4836-8270-1123D3F60B7B}">
      <dgm:prSet/>
      <dgm:spPr/>
      <dgm:t>
        <a:bodyPr/>
        <a:lstStyle/>
        <a:p>
          <a:endParaRPr lang="en-US"/>
        </a:p>
      </dgm:t>
    </dgm:pt>
    <dgm:pt modelId="{9689CA1B-123E-4073-95E6-74B17E03CC11}">
      <dgm:prSet/>
      <dgm:spPr/>
      <dgm:t>
        <a:bodyPr/>
        <a:lstStyle/>
        <a:p>
          <a:r>
            <a:rPr lang="pt-BR" b="0" i="0" dirty="0" err="1"/>
            <a:t>Fallbacks</a:t>
          </a:r>
          <a:r>
            <a:rPr lang="pt-BR" b="0" i="0" dirty="0"/>
            <a:t>:</a:t>
          </a:r>
          <a:endParaRPr lang="en-US" dirty="0"/>
        </a:p>
      </dgm:t>
    </dgm:pt>
    <dgm:pt modelId="{1F050E02-52B6-4482-AFCE-EB34C1851DEE}" type="parTrans" cxnId="{834675C4-84F6-48B4-B1D1-531287C36E73}">
      <dgm:prSet/>
      <dgm:spPr/>
      <dgm:t>
        <a:bodyPr/>
        <a:lstStyle/>
        <a:p>
          <a:endParaRPr lang="en-US"/>
        </a:p>
      </dgm:t>
    </dgm:pt>
    <dgm:pt modelId="{3851E2D5-9739-4F5A-8814-D74741EA349F}" type="sibTrans" cxnId="{834675C4-84F6-48B4-B1D1-531287C36E73}">
      <dgm:prSet/>
      <dgm:spPr/>
      <dgm:t>
        <a:bodyPr/>
        <a:lstStyle/>
        <a:p>
          <a:endParaRPr lang="en-US"/>
        </a:p>
      </dgm:t>
    </dgm:pt>
    <dgm:pt modelId="{EB9012FD-FE50-40B2-B18B-7D8EEEB12652}">
      <dgm:prSet/>
      <dgm:spPr/>
      <dgm:t>
        <a:bodyPr/>
        <a:lstStyle/>
        <a:p>
          <a:r>
            <a:rPr lang="pt-BR" b="0" i="0" dirty="0"/>
            <a:t>Se LLM falhar, permite edição manual</a:t>
          </a:r>
          <a:endParaRPr lang="en-US" dirty="0"/>
        </a:p>
      </dgm:t>
    </dgm:pt>
    <dgm:pt modelId="{39086E8F-1162-4139-9CD7-807E4A537C8C}" type="parTrans" cxnId="{DCD9B854-37F1-4DBA-97AF-B233B1CA1776}">
      <dgm:prSet/>
      <dgm:spPr/>
      <dgm:t>
        <a:bodyPr/>
        <a:lstStyle/>
        <a:p>
          <a:endParaRPr lang="pt-BR"/>
        </a:p>
      </dgm:t>
    </dgm:pt>
    <dgm:pt modelId="{CA2E8612-FF47-4040-8DCA-25B0A425CEBA}" type="sibTrans" cxnId="{DCD9B854-37F1-4DBA-97AF-B233B1CA1776}">
      <dgm:prSet/>
      <dgm:spPr/>
      <dgm:t>
        <a:bodyPr/>
        <a:lstStyle/>
        <a:p>
          <a:endParaRPr lang="pt-BR"/>
        </a:p>
      </dgm:t>
    </dgm:pt>
    <dgm:pt modelId="{52E83E05-6E5C-41F6-9530-86DA1D8A6B38}" type="pres">
      <dgm:prSet presAssocID="{028424D2-49CE-4F52-877B-AC519BA4F9B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DD0E99F-AA24-44DB-9558-41264750D847}" type="pres">
      <dgm:prSet presAssocID="{14F2A690-374F-4AC1-8AB9-9CE86B1130D8}" presName="root1" presStyleCnt="0"/>
      <dgm:spPr/>
    </dgm:pt>
    <dgm:pt modelId="{43670224-3341-4FF9-8D91-DA7E70E2887C}" type="pres">
      <dgm:prSet presAssocID="{14F2A690-374F-4AC1-8AB9-9CE86B1130D8}" presName="LevelOneTextNode" presStyleLbl="node0" presStyleIdx="0" presStyleCnt="3">
        <dgm:presLayoutVars>
          <dgm:chPref val="3"/>
        </dgm:presLayoutVars>
      </dgm:prSet>
      <dgm:spPr/>
    </dgm:pt>
    <dgm:pt modelId="{577F2467-768D-4952-8C2B-A20CDE65395D}" type="pres">
      <dgm:prSet presAssocID="{14F2A690-374F-4AC1-8AB9-9CE86B1130D8}" presName="level2hierChild" presStyleCnt="0"/>
      <dgm:spPr/>
    </dgm:pt>
    <dgm:pt modelId="{D40F9103-8B99-4D64-9FD2-A86AB19BEAB3}" type="pres">
      <dgm:prSet presAssocID="{F1D79F57-341B-4D8D-BD7A-1976166123B7}" presName="conn2-1" presStyleLbl="parChTrans1D2" presStyleIdx="0" presStyleCnt="4"/>
      <dgm:spPr/>
    </dgm:pt>
    <dgm:pt modelId="{70D8DBE0-66DB-4915-959E-BDA52EA5C637}" type="pres">
      <dgm:prSet presAssocID="{F1D79F57-341B-4D8D-BD7A-1976166123B7}" presName="connTx" presStyleLbl="parChTrans1D2" presStyleIdx="0" presStyleCnt="4"/>
      <dgm:spPr/>
    </dgm:pt>
    <dgm:pt modelId="{C0F2E030-FD20-4C50-A2FF-2E3D99350FB4}" type="pres">
      <dgm:prSet presAssocID="{384100A4-2BBA-4D32-B275-7AAE6412023A}" presName="root2" presStyleCnt="0"/>
      <dgm:spPr/>
    </dgm:pt>
    <dgm:pt modelId="{348CF3B7-C5C7-46B0-A674-6BFCCD372E45}" type="pres">
      <dgm:prSet presAssocID="{384100A4-2BBA-4D32-B275-7AAE6412023A}" presName="LevelTwoTextNode" presStyleLbl="node2" presStyleIdx="0" presStyleCnt="4">
        <dgm:presLayoutVars>
          <dgm:chPref val="3"/>
        </dgm:presLayoutVars>
      </dgm:prSet>
      <dgm:spPr/>
    </dgm:pt>
    <dgm:pt modelId="{4DA613C9-774F-4FCF-8314-E070F21AE9F1}" type="pres">
      <dgm:prSet presAssocID="{384100A4-2BBA-4D32-B275-7AAE6412023A}" presName="level3hierChild" presStyleCnt="0"/>
      <dgm:spPr/>
    </dgm:pt>
    <dgm:pt modelId="{F71DAC76-BFD5-46C2-86BC-3077AF8656B7}" type="pres">
      <dgm:prSet presAssocID="{52183B8C-CB37-4C53-96F0-38AC2DD1DFD4}" presName="conn2-1" presStyleLbl="parChTrans1D2" presStyleIdx="1" presStyleCnt="4"/>
      <dgm:spPr/>
    </dgm:pt>
    <dgm:pt modelId="{DF82179F-3886-4D59-8912-8685582C5989}" type="pres">
      <dgm:prSet presAssocID="{52183B8C-CB37-4C53-96F0-38AC2DD1DFD4}" presName="connTx" presStyleLbl="parChTrans1D2" presStyleIdx="1" presStyleCnt="4"/>
      <dgm:spPr/>
    </dgm:pt>
    <dgm:pt modelId="{5DEC0B2C-66C4-4FF6-9818-F1122D1ABDEC}" type="pres">
      <dgm:prSet presAssocID="{40A27F24-58F2-4752-91A5-572FC5446FA0}" presName="root2" presStyleCnt="0"/>
      <dgm:spPr/>
    </dgm:pt>
    <dgm:pt modelId="{18663B8F-68EC-4DE5-B7CC-ACA9031481B3}" type="pres">
      <dgm:prSet presAssocID="{40A27F24-58F2-4752-91A5-572FC5446FA0}" presName="LevelTwoTextNode" presStyleLbl="node2" presStyleIdx="1" presStyleCnt="4">
        <dgm:presLayoutVars>
          <dgm:chPref val="3"/>
        </dgm:presLayoutVars>
      </dgm:prSet>
      <dgm:spPr/>
    </dgm:pt>
    <dgm:pt modelId="{46D6C7F5-B0B0-46AC-98D9-B8DF813A0E5C}" type="pres">
      <dgm:prSet presAssocID="{40A27F24-58F2-4752-91A5-572FC5446FA0}" presName="level3hierChild" presStyleCnt="0"/>
      <dgm:spPr/>
    </dgm:pt>
    <dgm:pt modelId="{7F33C5AF-F9A0-42E0-9B96-C49DDEB7DF54}" type="pres">
      <dgm:prSet presAssocID="{2085BB92-F3A6-4B31-A858-5BA9033BB6D4}" presName="root1" presStyleCnt="0"/>
      <dgm:spPr/>
    </dgm:pt>
    <dgm:pt modelId="{AB817CE8-AB7E-422B-8A85-88C8CC2DF095}" type="pres">
      <dgm:prSet presAssocID="{2085BB92-F3A6-4B31-A858-5BA9033BB6D4}" presName="LevelOneTextNode" presStyleLbl="node0" presStyleIdx="1" presStyleCnt="3">
        <dgm:presLayoutVars>
          <dgm:chPref val="3"/>
        </dgm:presLayoutVars>
      </dgm:prSet>
      <dgm:spPr/>
    </dgm:pt>
    <dgm:pt modelId="{D0FEE673-EB9A-4DCA-9E67-F4D485B4E80A}" type="pres">
      <dgm:prSet presAssocID="{2085BB92-F3A6-4B31-A858-5BA9033BB6D4}" presName="level2hierChild" presStyleCnt="0"/>
      <dgm:spPr/>
    </dgm:pt>
    <dgm:pt modelId="{385A0D10-EBB0-4D14-9226-C9E19C76BB36}" type="pres">
      <dgm:prSet presAssocID="{B29FDAD2-6E2C-4AE0-BBE7-EBEE76D80752}" presName="conn2-1" presStyleLbl="parChTrans1D2" presStyleIdx="2" presStyleCnt="4"/>
      <dgm:spPr/>
    </dgm:pt>
    <dgm:pt modelId="{F3F0DAC8-BDC8-40CD-B01B-8B2E584BE2B7}" type="pres">
      <dgm:prSet presAssocID="{B29FDAD2-6E2C-4AE0-BBE7-EBEE76D80752}" presName="connTx" presStyleLbl="parChTrans1D2" presStyleIdx="2" presStyleCnt="4"/>
      <dgm:spPr/>
    </dgm:pt>
    <dgm:pt modelId="{FD18A11D-6145-410C-97B5-E24601421387}" type="pres">
      <dgm:prSet presAssocID="{3D031648-C8B0-4683-B908-A0933E48DCEE}" presName="root2" presStyleCnt="0"/>
      <dgm:spPr/>
    </dgm:pt>
    <dgm:pt modelId="{45836A52-2958-4D9C-AD4A-BDD36BC2DC34}" type="pres">
      <dgm:prSet presAssocID="{3D031648-C8B0-4683-B908-A0933E48DCEE}" presName="LevelTwoTextNode" presStyleLbl="node2" presStyleIdx="2" presStyleCnt="4">
        <dgm:presLayoutVars>
          <dgm:chPref val="3"/>
        </dgm:presLayoutVars>
      </dgm:prSet>
      <dgm:spPr/>
    </dgm:pt>
    <dgm:pt modelId="{3FD7B30A-65D3-4732-AFA5-8C7A24EF814B}" type="pres">
      <dgm:prSet presAssocID="{3D031648-C8B0-4683-B908-A0933E48DCEE}" presName="level3hierChild" presStyleCnt="0"/>
      <dgm:spPr/>
    </dgm:pt>
    <dgm:pt modelId="{124FD1C7-2456-4C9D-80D7-13706EA22A84}" type="pres">
      <dgm:prSet presAssocID="{9689CA1B-123E-4073-95E6-74B17E03CC11}" presName="root1" presStyleCnt="0"/>
      <dgm:spPr/>
    </dgm:pt>
    <dgm:pt modelId="{DC271C94-0BED-47E9-A0BF-D4D7001520F0}" type="pres">
      <dgm:prSet presAssocID="{9689CA1B-123E-4073-95E6-74B17E03CC11}" presName="LevelOneTextNode" presStyleLbl="node0" presStyleIdx="2" presStyleCnt="3">
        <dgm:presLayoutVars>
          <dgm:chPref val="3"/>
        </dgm:presLayoutVars>
      </dgm:prSet>
      <dgm:spPr/>
    </dgm:pt>
    <dgm:pt modelId="{72AF0087-413A-4778-9366-FABEDF7B45CC}" type="pres">
      <dgm:prSet presAssocID="{9689CA1B-123E-4073-95E6-74B17E03CC11}" presName="level2hierChild" presStyleCnt="0"/>
      <dgm:spPr/>
    </dgm:pt>
    <dgm:pt modelId="{2BAD2647-37D7-46CF-8D35-0085A2504377}" type="pres">
      <dgm:prSet presAssocID="{39086E8F-1162-4139-9CD7-807E4A537C8C}" presName="conn2-1" presStyleLbl="parChTrans1D2" presStyleIdx="3" presStyleCnt="4"/>
      <dgm:spPr/>
    </dgm:pt>
    <dgm:pt modelId="{1C9B7376-9125-4D79-956F-4762F8E60340}" type="pres">
      <dgm:prSet presAssocID="{39086E8F-1162-4139-9CD7-807E4A537C8C}" presName="connTx" presStyleLbl="parChTrans1D2" presStyleIdx="3" presStyleCnt="4"/>
      <dgm:spPr/>
    </dgm:pt>
    <dgm:pt modelId="{0BDD7C5A-B1F3-4EEF-8FB0-9D2ECAE9B688}" type="pres">
      <dgm:prSet presAssocID="{EB9012FD-FE50-40B2-B18B-7D8EEEB12652}" presName="root2" presStyleCnt="0"/>
      <dgm:spPr/>
    </dgm:pt>
    <dgm:pt modelId="{658CC3A9-1134-4AAB-A27F-57E0EE982809}" type="pres">
      <dgm:prSet presAssocID="{EB9012FD-FE50-40B2-B18B-7D8EEEB12652}" presName="LevelTwoTextNode" presStyleLbl="node2" presStyleIdx="3" presStyleCnt="4">
        <dgm:presLayoutVars>
          <dgm:chPref val="3"/>
        </dgm:presLayoutVars>
      </dgm:prSet>
      <dgm:spPr/>
    </dgm:pt>
    <dgm:pt modelId="{F861294C-609C-4409-9254-548095AB0A6C}" type="pres">
      <dgm:prSet presAssocID="{EB9012FD-FE50-40B2-B18B-7D8EEEB12652}" presName="level3hierChild" presStyleCnt="0"/>
      <dgm:spPr/>
    </dgm:pt>
  </dgm:ptLst>
  <dgm:cxnLst>
    <dgm:cxn modelId="{4350B608-7BFF-469D-9E8D-471339D8B987}" type="presOf" srcId="{52183B8C-CB37-4C53-96F0-38AC2DD1DFD4}" destId="{F71DAC76-BFD5-46C2-86BC-3077AF8656B7}" srcOrd="0" destOrd="0" presId="urn:microsoft.com/office/officeart/2005/8/layout/hierarchy2"/>
    <dgm:cxn modelId="{616E6311-7B96-44DF-96A9-0FBFC3A63619}" srcId="{14F2A690-374F-4AC1-8AB9-9CE86B1130D8}" destId="{40A27F24-58F2-4752-91A5-572FC5446FA0}" srcOrd="1" destOrd="0" parTransId="{52183B8C-CB37-4C53-96F0-38AC2DD1DFD4}" sibTransId="{E0A99953-7BE5-4942-83BD-611C61EEC152}"/>
    <dgm:cxn modelId="{3736C111-0BD3-4AD7-B85D-58D133D3564C}" type="presOf" srcId="{9689CA1B-123E-4073-95E6-74B17E03CC11}" destId="{DC271C94-0BED-47E9-A0BF-D4D7001520F0}" srcOrd="0" destOrd="0" presId="urn:microsoft.com/office/officeart/2005/8/layout/hierarchy2"/>
    <dgm:cxn modelId="{670E4418-C479-424E-B03C-012E9AFBDF38}" type="presOf" srcId="{14F2A690-374F-4AC1-8AB9-9CE86B1130D8}" destId="{43670224-3341-4FF9-8D91-DA7E70E2887C}" srcOrd="0" destOrd="0" presId="urn:microsoft.com/office/officeart/2005/8/layout/hierarchy2"/>
    <dgm:cxn modelId="{946D9122-7994-4F0E-A8D7-B10987B08314}" type="presOf" srcId="{40A27F24-58F2-4752-91A5-572FC5446FA0}" destId="{18663B8F-68EC-4DE5-B7CC-ACA9031481B3}" srcOrd="0" destOrd="0" presId="urn:microsoft.com/office/officeart/2005/8/layout/hierarchy2"/>
    <dgm:cxn modelId="{658BCE2B-4CDA-4B8C-9550-36E2500D6D5A}" type="presOf" srcId="{B29FDAD2-6E2C-4AE0-BBE7-EBEE76D80752}" destId="{F3F0DAC8-BDC8-40CD-B01B-8B2E584BE2B7}" srcOrd="1" destOrd="0" presId="urn:microsoft.com/office/officeart/2005/8/layout/hierarchy2"/>
    <dgm:cxn modelId="{E740D13A-3BA9-43DD-A612-91FF8F3DE014}" type="presOf" srcId="{39086E8F-1162-4139-9CD7-807E4A537C8C}" destId="{1C9B7376-9125-4D79-956F-4762F8E60340}" srcOrd="1" destOrd="0" presId="urn:microsoft.com/office/officeart/2005/8/layout/hierarchy2"/>
    <dgm:cxn modelId="{DCD9B854-37F1-4DBA-97AF-B233B1CA1776}" srcId="{9689CA1B-123E-4073-95E6-74B17E03CC11}" destId="{EB9012FD-FE50-40B2-B18B-7D8EEEB12652}" srcOrd="0" destOrd="0" parTransId="{39086E8F-1162-4139-9CD7-807E4A537C8C}" sibTransId="{CA2E8612-FF47-4040-8DCA-25B0A425CEBA}"/>
    <dgm:cxn modelId="{96A5AE7F-6F37-48EB-B0F8-D392CF0B45E0}" type="presOf" srcId="{2085BB92-F3A6-4B31-A858-5BA9033BB6D4}" destId="{AB817CE8-AB7E-422B-8A85-88C8CC2DF095}" srcOrd="0" destOrd="0" presId="urn:microsoft.com/office/officeart/2005/8/layout/hierarchy2"/>
    <dgm:cxn modelId="{033F618A-E437-46E2-A961-598ADE75D836}" type="presOf" srcId="{F1D79F57-341B-4D8D-BD7A-1976166123B7}" destId="{70D8DBE0-66DB-4915-959E-BDA52EA5C637}" srcOrd="1" destOrd="0" presId="urn:microsoft.com/office/officeart/2005/8/layout/hierarchy2"/>
    <dgm:cxn modelId="{04027798-960E-4F18-8956-A6296DD8D203}" type="presOf" srcId="{B29FDAD2-6E2C-4AE0-BBE7-EBEE76D80752}" destId="{385A0D10-EBB0-4D14-9226-C9E19C76BB36}" srcOrd="0" destOrd="0" presId="urn:microsoft.com/office/officeart/2005/8/layout/hierarchy2"/>
    <dgm:cxn modelId="{8CE639A1-9D2E-4C8D-9417-7C525331DBC3}" srcId="{14F2A690-374F-4AC1-8AB9-9CE86B1130D8}" destId="{384100A4-2BBA-4D32-B275-7AAE6412023A}" srcOrd="0" destOrd="0" parTransId="{F1D79F57-341B-4D8D-BD7A-1976166123B7}" sibTransId="{FC2B93F5-20B1-4DA7-8A97-53F1C437B209}"/>
    <dgm:cxn modelId="{0498BBA2-A4A9-43F0-8AE7-C39496FE1734}" srcId="{028424D2-49CE-4F52-877B-AC519BA4F9B1}" destId="{2085BB92-F3A6-4B31-A858-5BA9033BB6D4}" srcOrd="1" destOrd="0" parTransId="{34ABD390-FF26-4865-A1DF-1AF4B8E5FD0D}" sibTransId="{BD216F89-704B-4E54-A131-DC0FF2B3BEC3}"/>
    <dgm:cxn modelId="{7B5A52B4-9EB8-499D-A793-5A8C256F1A9A}" type="presOf" srcId="{39086E8F-1162-4139-9CD7-807E4A537C8C}" destId="{2BAD2647-37D7-46CF-8D35-0085A2504377}" srcOrd="0" destOrd="0" presId="urn:microsoft.com/office/officeart/2005/8/layout/hierarchy2"/>
    <dgm:cxn modelId="{EE1F2AB7-A8C2-4836-8270-1123D3F60B7B}" srcId="{2085BB92-F3A6-4B31-A858-5BA9033BB6D4}" destId="{3D031648-C8B0-4683-B908-A0933E48DCEE}" srcOrd="0" destOrd="0" parTransId="{B29FDAD2-6E2C-4AE0-BBE7-EBEE76D80752}" sibTransId="{65C62B4A-5EA0-4F80-9CC2-AE2207E192BB}"/>
    <dgm:cxn modelId="{834675C4-84F6-48B4-B1D1-531287C36E73}" srcId="{028424D2-49CE-4F52-877B-AC519BA4F9B1}" destId="{9689CA1B-123E-4073-95E6-74B17E03CC11}" srcOrd="2" destOrd="0" parTransId="{1F050E02-52B6-4482-AFCE-EB34C1851DEE}" sibTransId="{3851E2D5-9739-4F5A-8814-D74741EA349F}"/>
    <dgm:cxn modelId="{41C668C6-41AF-463D-9FE7-EDCF6A00897E}" type="presOf" srcId="{52183B8C-CB37-4C53-96F0-38AC2DD1DFD4}" destId="{DF82179F-3886-4D59-8912-8685582C5989}" srcOrd="1" destOrd="0" presId="urn:microsoft.com/office/officeart/2005/8/layout/hierarchy2"/>
    <dgm:cxn modelId="{EE4881CB-C017-41E5-A70D-39B526E7B6C4}" srcId="{028424D2-49CE-4F52-877B-AC519BA4F9B1}" destId="{14F2A690-374F-4AC1-8AB9-9CE86B1130D8}" srcOrd="0" destOrd="0" parTransId="{C6A375FD-2FE9-4B07-B786-90C3AD9DC2E5}" sibTransId="{EE0AA64B-B0F4-4A60-A324-53A79CEA566D}"/>
    <dgm:cxn modelId="{C15CC4D0-3F58-48A5-94FC-092A83FC92CD}" type="presOf" srcId="{3D031648-C8B0-4683-B908-A0933E48DCEE}" destId="{45836A52-2958-4D9C-AD4A-BDD36BC2DC34}" srcOrd="0" destOrd="0" presId="urn:microsoft.com/office/officeart/2005/8/layout/hierarchy2"/>
    <dgm:cxn modelId="{E4BF90DD-ECFF-45AE-9EB8-CC763A1C973E}" type="presOf" srcId="{028424D2-49CE-4F52-877B-AC519BA4F9B1}" destId="{52E83E05-6E5C-41F6-9530-86DA1D8A6B38}" srcOrd="0" destOrd="0" presId="urn:microsoft.com/office/officeart/2005/8/layout/hierarchy2"/>
    <dgm:cxn modelId="{C3C194E9-27D8-4091-9924-4D8E54D452CC}" type="presOf" srcId="{EB9012FD-FE50-40B2-B18B-7D8EEEB12652}" destId="{658CC3A9-1134-4AAB-A27F-57E0EE982809}" srcOrd="0" destOrd="0" presId="urn:microsoft.com/office/officeart/2005/8/layout/hierarchy2"/>
    <dgm:cxn modelId="{C07348EC-4B9D-40B0-9940-AC218694CBDF}" type="presOf" srcId="{384100A4-2BBA-4D32-B275-7AAE6412023A}" destId="{348CF3B7-C5C7-46B0-A674-6BFCCD372E45}" srcOrd="0" destOrd="0" presId="urn:microsoft.com/office/officeart/2005/8/layout/hierarchy2"/>
    <dgm:cxn modelId="{44E9FBF5-4DBB-4C8C-8592-0535F5BEAA0E}" type="presOf" srcId="{F1D79F57-341B-4D8D-BD7A-1976166123B7}" destId="{D40F9103-8B99-4D64-9FD2-A86AB19BEAB3}" srcOrd="0" destOrd="0" presId="urn:microsoft.com/office/officeart/2005/8/layout/hierarchy2"/>
    <dgm:cxn modelId="{39F03B02-690E-45F2-A5D2-CCA84FA1B26E}" type="presParOf" srcId="{52E83E05-6E5C-41F6-9530-86DA1D8A6B38}" destId="{EDD0E99F-AA24-44DB-9558-41264750D847}" srcOrd="0" destOrd="0" presId="urn:microsoft.com/office/officeart/2005/8/layout/hierarchy2"/>
    <dgm:cxn modelId="{5E6DDD4D-071A-4B66-8571-0F51A337B0E3}" type="presParOf" srcId="{EDD0E99F-AA24-44DB-9558-41264750D847}" destId="{43670224-3341-4FF9-8D91-DA7E70E2887C}" srcOrd="0" destOrd="0" presId="urn:microsoft.com/office/officeart/2005/8/layout/hierarchy2"/>
    <dgm:cxn modelId="{672AC691-F51C-45CB-9678-3911BEA8FFF4}" type="presParOf" srcId="{EDD0E99F-AA24-44DB-9558-41264750D847}" destId="{577F2467-768D-4952-8C2B-A20CDE65395D}" srcOrd="1" destOrd="0" presId="urn:microsoft.com/office/officeart/2005/8/layout/hierarchy2"/>
    <dgm:cxn modelId="{A5A8DB18-6377-436B-99AA-B3310338CCFB}" type="presParOf" srcId="{577F2467-768D-4952-8C2B-A20CDE65395D}" destId="{D40F9103-8B99-4D64-9FD2-A86AB19BEAB3}" srcOrd="0" destOrd="0" presId="urn:microsoft.com/office/officeart/2005/8/layout/hierarchy2"/>
    <dgm:cxn modelId="{72A66B7C-43E6-4D35-8C0C-ED28F2CED033}" type="presParOf" srcId="{D40F9103-8B99-4D64-9FD2-A86AB19BEAB3}" destId="{70D8DBE0-66DB-4915-959E-BDA52EA5C637}" srcOrd="0" destOrd="0" presId="urn:microsoft.com/office/officeart/2005/8/layout/hierarchy2"/>
    <dgm:cxn modelId="{AC892FE5-128B-435E-A3A9-7A60F083AED9}" type="presParOf" srcId="{577F2467-768D-4952-8C2B-A20CDE65395D}" destId="{C0F2E030-FD20-4C50-A2FF-2E3D99350FB4}" srcOrd="1" destOrd="0" presId="urn:microsoft.com/office/officeart/2005/8/layout/hierarchy2"/>
    <dgm:cxn modelId="{9DF5CAC7-687C-4845-A8C1-26046745A066}" type="presParOf" srcId="{C0F2E030-FD20-4C50-A2FF-2E3D99350FB4}" destId="{348CF3B7-C5C7-46B0-A674-6BFCCD372E45}" srcOrd="0" destOrd="0" presId="urn:microsoft.com/office/officeart/2005/8/layout/hierarchy2"/>
    <dgm:cxn modelId="{4D8FCDE1-475A-480E-A687-7E1F8F91EC24}" type="presParOf" srcId="{C0F2E030-FD20-4C50-A2FF-2E3D99350FB4}" destId="{4DA613C9-774F-4FCF-8314-E070F21AE9F1}" srcOrd="1" destOrd="0" presId="urn:microsoft.com/office/officeart/2005/8/layout/hierarchy2"/>
    <dgm:cxn modelId="{A92D52FA-F7BA-4A7E-B0A8-2E1633407168}" type="presParOf" srcId="{577F2467-768D-4952-8C2B-A20CDE65395D}" destId="{F71DAC76-BFD5-46C2-86BC-3077AF8656B7}" srcOrd="2" destOrd="0" presId="urn:microsoft.com/office/officeart/2005/8/layout/hierarchy2"/>
    <dgm:cxn modelId="{DC2CEAA0-72B3-4BDE-9158-14D9C0A0C75C}" type="presParOf" srcId="{F71DAC76-BFD5-46C2-86BC-3077AF8656B7}" destId="{DF82179F-3886-4D59-8912-8685582C5989}" srcOrd="0" destOrd="0" presId="urn:microsoft.com/office/officeart/2005/8/layout/hierarchy2"/>
    <dgm:cxn modelId="{C231C8E4-C497-44CF-90B8-B2FD3BC4204B}" type="presParOf" srcId="{577F2467-768D-4952-8C2B-A20CDE65395D}" destId="{5DEC0B2C-66C4-4FF6-9818-F1122D1ABDEC}" srcOrd="3" destOrd="0" presId="urn:microsoft.com/office/officeart/2005/8/layout/hierarchy2"/>
    <dgm:cxn modelId="{59424FDB-8191-42CC-A4B5-B3458A30ABE3}" type="presParOf" srcId="{5DEC0B2C-66C4-4FF6-9818-F1122D1ABDEC}" destId="{18663B8F-68EC-4DE5-B7CC-ACA9031481B3}" srcOrd="0" destOrd="0" presId="urn:microsoft.com/office/officeart/2005/8/layout/hierarchy2"/>
    <dgm:cxn modelId="{8E47D77A-E02F-4FD5-96B9-0E7248C4BAE3}" type="presParOf" srcId="{5DEC0B2C-66C4-4FF6-9818-F1122D1ABDEC}" destId="{46D6C7F5-B0B0-46AC-98D9-B8DF813A0E5C}" srcOrd="1" destOrd="0" presId="urn:microsoft.com/office/officeart/2005/8/layout/hierarchy2"/>
    <dgm:cxn modelId="{1309AE7A-0E5D-49EB-B6CD-FD986137C704}" type="presParOf" srcId="{52E83E05-6E5C-41F6-9530-86DA1D8A6B38}" destId="{7F33C5AF-F9A0-42E0-9B96-C49DDEB7DF54}" srcOrd="1" destOrd="0" presId="urn:microsoft.com/office/officeart/2005/8/layout/hierarchy2"/>
    <dgm:cxn modelId="{4C313540-DE59-4EE5-A977-991D01D37165}" type="presParOf" srcId="{7F33C5AF-F9A0-42E0-9B96-C49DDEB7DF54}" destId="{AB817CE8-AB7E-422B-8A85-88C8CC2DF095}" srcOrd="0" destOrd="0" presId="urn:microsoft.com/office/officeart/2005/8/layout/hierarchy2"/>
    <dgm:cxn modelId="{5E644AC4-905F-406A-A2B2-A0D59B47CD38}" type="presParOf" srcId="{7F33C5AF-F9A0-42E0-9B96-C49DDEB7DF54}" destId="{D0FEE673-EB9A-4DCA-9E67-F4D485B4E80A}" srcOrd="1" destOrd="0" presId="urn:microsoft.com/office/officeart/2005/8/layout/hierarchy2"/>
    <dgm:cxn modelId="{DF3EBE7B-4E90-456C-8C72-3541C41BFA10}" type="presParOf" srcId="{D0FEE673-EB9A-4DCA-9E67-F4D485B4E80A}" destId="{385A0D10-EBB0-4D14-9226-C9E19C76BB36}" srcOrd="0" destOrd="0" presId="urn:microsoft.com/office/officeart/2005/8/layout/hierarchy2"/>
    <dgm:cxn modelId="{F84B8403-4C91-4417-8C92-C434B7539240}" type="presParOf" srcId="{385A0D10-EBB0-4D14-9226-C9E19C76BB36}" destId="{F3F0DAC8-BDC8-40CD-B01B-8B2E584BE2B7}" srcOrd="0" destOrd="0" presId="urn:microsoft.com/office/officeart/2005/8/layout/hierarchy2"/>
    <dgm:cxn modelId="{0DA07634-98CB-40C3-8A3E-769A8AA63595}" type="presParOf" srcId="{D0FEE673-EB9A-4DCA-9E67-F4D485B4E80A}" destId="{FD18A11D-6145-410C-97B5-E24601421387}" srcOrd="1" destOrd="0" presId="urn:microsoft.com/office/officeart/2005/8/layout/hierarchy2"/>
    <dgm:cxn modelId="{9E798C56-D49D-4305-B1D2-C0BA52B9C495}" type="presParOf" srcId="{FD18A11D-6145-410C-97B5-E24601421387}" destId="{45836A52-2958-4D9C-AD4A-BDD36BC2DC34}" srcOrd="0" destOrd="0" presId="urn:microsoft.com/office/officeart/2005/8/layout/hierarchy2"/>
    <dgm:cxn modelId="{41316CBB-BEEF-47AA-BB90-F50F4D085D40}" type="presParOf" srcId="{FD18A11D-6145-410C-97B5-E24601421387}" destId="{3FD7B30A-65D3-4732-AFA5-8C7A24EF814B}" srcOrd="1" destOrd="0" presId="urn:microsoft.com/office/officeart/2005/8/layout/hierarchy2"/>
    <dgm:cxn modelId="{45476981-7F77-4B89-9294-89B91F806D7B}" type="presParOf" srcId="{52E83E05-6E5C-41F6-9530-86DA1D8A6B38}" destId="{124FD1C7-2456-4C9D-80D7-13706EA22A84}" srcOrd="2" destOrd="0" presId="urn:microsoft.com/office/officeart/2005/8/layout/hierarchy2"/>
    <dgm:cxn modelId="{E89D57EC-187D-446E-AF94-9DF97516E59A}" type="presParOf" srcId="{124FD1C7-2456-4C9D-80D7-13706EA22A84}" destId="{DC271C94-0BED-47E9-A0BF-D4D7001520F0}" srcOrd="0" destOrd="0" presId="urn:microsoft.com/office/officeart/2005/8/layout/hierarchy2"/>
    <dgm:cxn modelId="{58F7C720-37ED-482A-BAAC-4C8E2374875D}" type="presParOf" srcId="{124FD1C7-2456-4C9D-80D7-13706EA22A84}" destId="{72AF0087-413A-4778-9366-FABEDF7B45CC}" srcOrd="1" destOrd="0" presId="urn:microsoft.com/office/officeart/2005/8/layout/hierarchy2"/>
    <dgm:cxn modelId="{0A6554BD-2666-4A85-AD49-6818E9848601}" type="presParOf" srcId="{72AF0087-413A-4778-9366-FABEDF7B45CC}" destId="{2BAD2647-37D7-46CF-8D35-0085A2504377}" srcOrd="0" destOrd="0" presId="urn:microsoft.com/office/officeart/2005/8/layout/hierarchy2"/>
    <dgm:cxn modelId="{6288D0D8-9BE4-4204-BCF8-6BF2AF3002FB}" type="presParOf" srcId="{2BAD2647-37D7-46CF-8D35-0085A2504377}" destId="{1C9B7376-9125-4D79-956F-4762F8E60340}" srcOrd="0" destOrd="0" presId="urn:microsoft.com/office/officeart/2005/8/layout/hierarchy2"/>
    <dgm:cxn modelId="{A0B8A77A-4F28-4D17-8200-8DB2BA630654}" type="presParOf" srcId="{72AF0087-413A-4778-9366-FABEDF7B45CC}" destId="{0BDD7C5A-B1F3-4EEF-8FB0-9D2ECAE9B688}" srcOrd="1" destOrd="0" presId="urn:microsoft.com/office/officeart/2005/8/layout/hierarchy2"/>
    <dgm:cxn modelId="{F7F3F28D-A5FA-4F3A-B10F-1FB9D54ADD0D}" type="presParOf" srcId="{0BDD7C5A-B1F3-4EEF-8FB0-9D2ECAE9B688}" destId="{658CC3A9-1134-4AAB-A27F-57E0EE982809}" srcOrd="0" destOrd="0" presId="urn:microsoft.com/office/officeart/2005/8/layout/hierarchy2"/>
    <dgm:cxn modelId="{3FE3EEE5-DEBD-4774-9C07-4574817E0767}" type="presParOf" srcId="{0BDD7C5A-B1F3-4EEF-8FB0-9D2ECAE9B688}" destId="{F861294C-609C-4409-9254-548095AB0A6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07EB65A-1372-43C4-B814-413CB7DFA1B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AB47E33-6F46-45ED-ADDB-C8C1E2E5744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/>
            <a:t>Requisitos: Python 3.11+, Tesseract OCR, Chave API Google Gemini</a:t>
          </a:r>
          <a:endParaRPr lang="en-US"/>
        </a:p>
      </dgm:t>
    </dgm:pt>
    <dgm:pt modelId="{4A1FCC55-D1A6-4C77-945D-83A0F580F35D}" type="parTrans" cxnId="{8BECA2FC-C93A-42CA-A55B-4D8C16DD0AD0}">
      <dgm:prSet/>
      <dgm:spPr/>
      <dgm:t>
        <a:bodyPr/>
        <a:lstStyle/>
        <a:p>
          <a:endParaRPr lang="en-US"/>
        </a:p>
      </dgm:t>
    </dgm:pt>
    <dgm:pt modelId="{B2945670-36D2-421F-B9EE-6AF92440B25B}" type="sibTrans" cxnId="{8BECA2FC-C93A-42CA-A55B-4D8C16DD0AD0}">
      <dgm:prSet/>
      <dgm:spPr/>
      <dgm:t>
        <a:bodyPr/>
        <a:lstStyle/>
        <a:p>
          <a:endParaRPr lang="en-US"/>
        </a:p>
      </dgm:t>
    </dgm:pt>
    <dgm:pt modelId="{E35F36B5-AAEA-42D7-B113-5BD216A8560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/>
            <a:t>Instalação (Recomendado com uv):</a:t>
          </a:r>
          <a:endParaRPr lang="en-US"/>
        </a:p>
      </dgm:t>
    </dgm:pt>
    <dgm:pt modelId="{1E6D8337-FDAB-4CB5-A968-BF2BFBCE396D}" type="parTrans" cxnId="{DBED59E3-5372-4271-B742-A01D436E0D7F}">
      <dgm:prSet/>
      <dgm:spPr/>
      <dgm:t>
        <a:bodyPr/>
        <a:lstStyle/>
        <a:p>
          <a:endParaRPr lang="en-US"/>
        </a:p>
      </dgm:t>
    </dgm:pt>
    <dgm:pt modelId="{95634DB5-90FD-49C1-A009-01701EB7EF91}" type="sibTrans" cxnId="{DBED59E3-5372-4271-B742-A01D436E0D7F}">
      <dgm:prSet/>
      <dgm:spPr/>
      <dgm:t>
        <a:bodyPr/>
        <a:lstStyle/>
        <a:p>
          <a:endParaRPr lang="en-US"/>
        </a:p>
      </dgm:t>
    </dgm:pt>
    <dgm:pt modelId="{AE1EE9E2-62C3-44A7-992B-B0F5524B4B6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 err="1"/>
            <a:t>uv</a:t>
          </a:r>
          <a:r>
            <a:rPr lang="pt-BR" dirty="0"/>
            <a:t> </a:t>
          </a:r>
          <a:r>
            <a:rPr lang="pt-BR" dirty="0" err="1"/>
            <a:t>run</a:t>
          </a:r>
          <a:r>
            <a:rPr lang="pt-BR" dirty="0"/>
            <a:t> main.py</a:t>
          </a:r>
          <a:endParaRPr lang="en-US" dirty="0"/>
        </a:p>
      </dgm:t>
    </dgm:pt>
    <dgm:pt modelId="{5991D2B0-92EF-455E-BE68-707F9AD73FBC}" type="parTrans" cxnId="{9461DF1C-7F16-4885-8694-6F60DA8D77C8}">
      <dgm:prSet/>
      <dgm:spPr/>
      <dgm:t>
        <a:bodyPr/>
        <a:lstStyle/>
        <a:p>
          <a:endParaRPr lang="en-US"/>
        </a:p>
      </dgm:t>
    </dgm:pt>
    <dgm:pt modelId="{A3867D5C-2339-45DD-BE64-482BAA1B8EE6}" type="sibTrans" cxnId="{9461DF1C-7F16-4885-8694-6F60DA8D77C8}">
      <dgm:prSet/>
      <dgm:spPr/>
      <dgm:t>
        <a:bodyPr/>
        <a:lstStyle/>
        <a:p>
          <a:endParaRPr lang="en-US"/>
        </a:p>
      </dgm:t>
    </dgm:pt>
    <dgm:pt modelId="{CB09277B-F41B-4F2A-93BD-2C6BAE1C402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/>
            <a:t>Configuração: Criar arquivo .env com GOOGLE_API_KEY</a:t>
          </a:r>
          <a:endParaRPr lang="en-US"/>
        </a:p>
      </dgm:t>
    </dgm:pt>
    <dgm:pt modelId="{0590DFAD-0833-4478-9E04-B1E530FE6210}" type="parTrans" cxnId="{20ED8DA7-51DB-4DF2-9CF4-FC90CB32FBF4}">
      <dgm:prSet/>
      <dgm:spPr/>
      <dgm:t>
        <a:bodyPr/>
        <a:lstStyle/>
        <a:p>
          <a:endParaRPr lang="en-US"/>
        </a:p>
      </dgm:t>
    </dgm:pt>
    <dgm:pt modelId="{168AAB51-71E7-47C1-84A7-5A2C941B6B56}" type="sibTrans" cxnId="{20ED8DA7-51DB-4DF2-9CF4-FC90CB32FBF4}">
      <dgm:prSet/>
      <dgm:spPr/>
      <dgm:t>
        <a:bodyPr/>
        <a:lstStyle/>
        <a:p>
          <a:endParaRPr lang="en-US"/>
        </a:p>
      </dgm:t>
    </dgm:pt>
    <dgm:pt modelId="{B5285EFF-0D67-47EF-86AE-4E5A4438EC3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0" i="0"/>
            <a:t>Execução: streamlit run main.py</a:t>
          </a:r>
          <a:endParaRPr lang="en-US"/>
        </a:p>
      </dgm:t>
    </dgm:pt>
    <dgm:pt modelId="{2D024A53-B636-4B95-BDD4-9DFA6ACC2CCC}" type="parTrans" cxnId="{54193DD9-7A63-4636-916D-AF64374B69F5}">
      <dgm:prSet/>
      <dgm:spPr/>
      <dgm:t>
        <a:bodyPr/>
        <a:lstStyle/>
        <a:p>
          <a:endParaRPr lang="en-US"/>
        </a:p>
      </dgm:t>
    </dgm:pt>
    <dgm:pt modelId="{DCCE9217-0C0E-4379-AAB6-C22E609323BF}" type="sibTrans" cxnId="{54193DD9-7A63-4636-916D-AF64374B69F5}">
      <dgm:prSet/>
      <dgm:spPr/>
      <dgm:t>
        <a:bodyPr/>
        <a:lstStyle/>
        <a:p>
          <a:endParaRPr lang="en-US"/>
        </a:p>
      </dgm:t>
    </dgm:pt>
    <dgm:pt modelId="{9C03B802-26EE-425B-93D4-E34ACC4C08A9}" type="pres">
      <dgm:prSet presAssocID="{C07EB65A-1372-43C4-B814-413CB7DFA1B6}" presName="root" presStyleCnt="0">
        <dgm:presLayoutVars>
          <dgm:dir/>
          <dgm:resizeHandles val="exact"/>
        </dgm:presLayoutVars>
      </dgm:prSet>
      <dgm:spPr/>
    </dgm:pt>
    <dgm:pt modelId="{4DCFE4CF-9417-4DE4-9973-2E4AEC142735}" type="pres">
      <dgm:prSet presAssocID="{0AB47E33-6F46-45ED-ADDB-C8C1E2E57443}" presName="compNode" presStyleCnt="0"/>
      <dgm:spPr/>
    </dgm:pt>
    <dgm:pt modelId="{43CEDB81-CF66-4506-9327-9433412EF0A6}" type="pres">
      <dgm:prSet presAssocID="{0AB47E33-6F46-45ED-ADDB-C8C1E2E57443}" presName="bgRect" presStyleLbl="bgShp" presStyleIdx="0" presStyleCnt="4"/>
      <dgm:spPr/>
    </dgm:pt>
    <dgm:pt modelId="{4A54114E-9F0D-418F-8C94-CF1F2F5CEB0F}" type="pres">
      <dgm:prSet presAssocID="{0AB47E33-6F46-45ED-ADDB-C8C1E2E574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ve"/>
        </a:ext>
      </dgm:extLst>
    </dgm:pt>
    <dgm:pt modelId="{C6B838E9-77F5-4DD0-A3D7-C955782C71AF}" type="pres">
      <dgm:prSet presAssocID="{0AB47E33-6F46-45ED-ADDB-C8C1E2E57443}" presName="spaceRect" presStyleCnt="0"/>
      <dgm:spPr/>
    </dgm:pt>
    <dgm:pt modelId="{1F3BDB42-6B0E-4AC4-BB45-210B7DE4EBFB}" type="pres">
      <dgm:prSet presAssocID="{0AB47E33-6F46-45ED-ADDB-C8C1E2E57443}" presName="parTx" presStyleLbl="revTx" presStyleIdx="0" presStyleCnt="5">
        <dgm:presLayoutVars>
          <dgm:chMax val="0"/>
          <dgm:chPref val="0"/>
        </dgm:presLayoutVars>
      </dgm:prSet>
      <dgm:spPr/>
    </dgm:pt>
    <dgm:pt modelId="{7237F3FF-9F32-4DEE-9E94-ED74D796A22F}" type="pres">
      <dgm:prSet presAssocID="{B2945670-36D2-421F-B9EE-6AF92440B25B}" presName="sibTrans" presStyleCnt="0"/>
      <dgm:spPr/>
    </dgm:pt>
    <dgm:pt modelId="{088633AA-281A-426F-8577-599AB61BB2F6}" type="pres">
      <dgm:prSet presAssocID="{E35F36B5-AAEA-42D7-B113-5BD216A85606}" presName="compNode" presStyleCnt="0"/>
      <dgm:spPr/>
    </dgm:pt>
    <dgm:pt modelId="{21726563-42A6-4FAD-A713-2953A1456CCB}" type="pres">
      <dgm:prSet presAssocID="{E35F36B5-AAEA-42D7-B113-5BD216A85606}" presName="bgRect" presStyleLbl="bgShp" presStyleIdx="1" presStyleCnt="4"/>
      <dgm:spPr/>
    </dgm:pt>
    <dgm:pt modelId="{359BF727-FD78-417E-BCC2-44FA4F8EF83F}" type="pres">
      <dgm:prSet presAssocID="{E35F36B5-AAEA-42D7-B113-5BD216A8560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"/>
        </a:ext>
      </dgm:extLst>
    </dgm:pt>
    <dgm:pt modelId="{FAACDB51-ECCF-4F6C-91D9-C04EC748426C}" type="pres">
      <dgm:prSet presAssocID="{E35F36B5-AAEA-42D7-B113-5BD216A85606}" presName="spaceRect" presStyleCnt="0"/>
      <dgm:spPr/>
    </dgm:pt>
    <dgm:pt modelId="{7F6A19A5-3095-4FDB-8718-DC797849A9DF}" type="pres">
      <dgm:prSet presAssocID="{E35F36B5-AAEA-42D7-B113-5BD216A85606}" presName="parTx" presStyleLbl="revTx" presStyleIdx="1" presStyleCnt="5">
        <dgm:presLayoutVars>
          <dgm:chMax val="0"/>
          <dgm:chPref val="0"/>
        </dgm:presLayoutVars>
      </dgm:prSet>
      <dgm:spPr/>
    </dgm:pt>
    <dgm:pt modelId="{B7C88AC6-17AA-4DC0-ACCC-1124540495D9}" type="pres">
      <dgm:prSet presAssocID="{E35F36B5-AAEA-42D7-B113-5BD216A85606}" presName="desTx" presStyleLbl="revTx" presStyleIdx="2" presStyleCnt="5">
        <dgm:presLayoutVars/>
      </dgm:prSet>
      <dgm:spPr/>
    </dgm:pt>
    <dgm:pt modelId="{A3D59FE0-9F4C-48F7-9F7C-B2CEF26D1082}" type="pres">
      <dgm:prSet presAssocID="{95634DB5-90FD-49C1-A009-01701EB7EF91}" presName="sibTrans" presStyleCnt="0"/>
      <dgm:spPr/>
    </dgm:pt>
    <dgm:pt modelId="{4E5039AA-9FCC-4CF9-AEDE-37D69A98E763}" type="pres">
      <dgm:prSet presAssocID="{CB09277B-F41B-4F2A-93BD-2C6BAE1C4027}" presName="compNode" presStyleCnt="0"/>
      <dgm:spPr/>
    </dgm:pt>
    <dgm:pt modelId="{769CF408-ED47-4E94-BE20-81F0DA6DAEC7}" type="pres">
      <dgm:prSet presAssocID="{CB09277B-F41B-4F2A-93BD-2C6BAE1C4027}" presName="bgRect" presStyleLbl="bgShp" presStyleIdx="2" presStyleCnt="4"/>
      <dgm:spPr/>
    </dgm:pt>
    <dgm:pt modelId="{E35182A5-56DA-4947-9A50-1352C8517B09}" type="pres">
      <dgm:prSet presAssocID="{CB09277B-F41B-4F2A-93BD-2C6BAE1C402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50FB1711-EC68-4756-9FC5-594958DCEB04}" type="pres">
      <dgm:prSet presAssocID="{CB09277B-F41B-4F2A-93BD-2C6BAE1C4027}" presName="spaceRect" presStyleCnt="0"/>
      <dgm:spPr/>
    </dgm:pt>
    <dgm:pt modelId="{D3A4AE8E-B216-4CA2-BD55-7906B1103D49}" type="pres">
      <dgm:prSet presAssocID="{CB09277B-F41B-4F2A-93BD-2C6BAE1C4027}" presName="parTx" presStyleLbl="revTx" presStyleIdx="3" presStyleCnt="5">
        <dgm:presLayoutVars>
          <dgm:chMax val="0"/>
          <dgm:chPref val="0"/>
        </dgm:presLayoutVars>
      </dgm:prSet>
      <dgm:spPr/>
    </dgm:pt>
    <dgm:pt modelId="{5A158289-3035-4977-9C38-44BFC9E7B138}" type="pres">
      <dgm:prSet presAssocID="{168AAB51-71E7-47C1-84A7-5A2C941B6B56}" presName="sibTrans" presStyleCnt="0"/>
      <dgm:spPr/>
    </dgm:pt>
    <dgm:pt modelId="{98632520-E0A5-49DE-B066-CB3573BB4614}" type="pres">
      <dgm:prSet presAssocID="{B5285EFF-0D67-47EF-86AE-4E5A4438EC34}" presName="compNode" presStyleCnt="0"/>
      <dgm:spPr/>
    </dgm:pt>
    <dgm:pt modelId="{B5BD7BDF-F31E-4D19-B06B-A9B69F951C5B}" type="pres">
      <dgm:prSet presAssocID="{B5285EFF-0D67-47EF-86AE-4E5A4438EC34}" presName="bgRect" presStyleLbl="bgShp" presStyleIdx="3" presStyleCnt="4"/>
      <dgm:spPr/>
    </dgm:pt>
    <dgm:pt modelId="{95663834-7E9B-4BAD-9410-4BCC072D9EC1}" type="pres">
      <dgm:prSet presAssocID="{B5285EFF-0D67-47EF-86AE-4E5A4438EC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ecutar"/>
        </a:ext>
      </dgm:extLst>
    </dgm:pt>
    <dgm:pt modelId="{60D9D01A-4EDD-4719-B831-CC0DF7D9BAA3}" type="pres">
      <dgm:prSet presAssocID="{B5285EFF-0D67-47EF-86AE-4E5A4438EC34}" presName="spaceRect" presStyleCnt="0"/>
      <dgm:spPr/>
    </dgm:pt>
    <dgm:pt modelId="{169FA031-70E6-4AF2-A2E9-4F30A5CC5256}" type="pres">
      <dgm:prSet presAssocID="{B5285EFF-0D67-47EF-86AE-4E5A4438EC3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51B040B-F050-426F-8D89-7B04EADD2BDA}" type="presOf" srcId="{CB09277B-F41B-4F2A-93BD-2C6BAE1C4027}" destId="{D3A4AE8E-B216-4CA2-BD55-7906B1103D49}" srcOrd="0" destOrd="0" presId="urn:microsoft.com/office/officeart/2018/2/layout/IconVerticalSolidList"/>
    <dgm:cxn modelId="{9461DF1C-7F16-4885-8694-6F60DA8D77C8}" srcId="{E35F36B5-AAEA-42D7-B113-5BD216A85606}" destId="{AE1EE9E2-62C3-44A7-992B-B0F5524B4B6E}" srcOrd="0" destOrd="0" parTransId="{5991D2B0-92EF-455E-BE68-707F9AD73FBC}" sibTransId="{A3867D5C-2339-45DD-BE64-482BAA1B8EE6}"/>
    <dgm:cxn modelId="{09F9DE3B-32FB-4D73-9024-D27997A4188E}" type="presOf" srcId="{0AB47E33-6F46-45ED-ADDB-C8C1E2E57443}" destId="{1F3BDB42-6B0E-4AC4-BB45-210B7DE4EBFB}" srcOrd="0" destOrd="0" presId="urn:microsoft.com/office/officeart/2018/2/layout/IconVerticalSolidList"/>
    <dgm:cxn modelId="{AF3E4368-E246-4726-99A7-A84F8EE4BC72}" type="presOf" srcId="{AE1EE9E2-62C3-44A7-992B-B0F5524B4B6E}" destId="{B7C88AC6-17AA-4DC0-ACCC-1124540495D9}" srcOrd="0" destOrd="0" presId="urn:microsoft.com/office/officeart/2018/2/layout/IconVerticalSolidList"/>
    <dgm:cxn modelId="{B89B0B86-2875-406C-9173-E13A6878E45A}" type="presOf" srcId="{C07EB65A-1372-43C4-B814-413CB7DFA1B6}" destId="{9C03B802-26EE-425B-93D4-E34ACC4C08A9}" srcOrd="0" destOrd="0" presId="urn:microsoft.com/office/officeart/2018/2/layout/IconVerticalSolidList"/>
    <dgm:cxn modelId="{8D388DA5-4374-46AE-9A9A-6AA0EEA990D4}" type="presOf" srcId="{B5285EFF-0D67-47EF-86AE-4E5A4438EC34}" destId="{169FA031-70E6-4AF2-A2E9-4F30A5CC5256}" srcOrd="0" destOrd="0" presId="urn:microsoft.com/office/officeart/2018/2/layout/IconVerticalSolidList"/>
    <dgm:cxn modelId="{20ED8DA7-51DB-4DF2-9CF4-FC90CB32FBF4}" srcId="{C07EB65A-1372-43C4-B814-413CB7DFA1B6}" destId="{CB09277B-F41B-4F2A-93BD-2C6BAE1C4027}" srcOrd="2" destOrd="0" parTransId="{0590DFAD-0833-4478-9E04-B1E530FE6210}" sibTransId="{168AAB51-71E7-47C1-84A7-5A2C941B6B56}"/>
    <dgm:cxn modelId="{F39A87AC-BAB0-437C-8AAE-800EEC37DFB2}" type="presOf" srcId="{E35F36B5-AAEA-42D7-B113-5BD216A85606}" destId="{7F6A19A5-3095-4FDB-8718-DC797849A9DF}" srcOrd="0" destOrd="0" presId="urn:microsoft.com/office/officeart/2018/2/layout/IconVerticalSolidList"/>
    <dgm:cxn modelId="{54193DD9-7A63-4636-916D-AF64374B69F5}" srcId="{C07EB65A-1372-43C4-B814-413CB7DFA1B6}" destId="{B5285EFF-0D67-47EF-86AE-4E5A4438EC34}" srcOrd="3" destOrd="0" parTransId="{2D024A53-B636-4B95-BDD4-9DFA6ACC2CCC}" sibTransId="{DCCE9217-0C0E-4379-AAB6-C22E609323BF}"/>
    <dgm:cxn modelId="{DBED59E3-5372-4271-B742-A01D436E0D7F}" srcId="{C07EB65A-1372-43C4-B814-413CB7DFA1B6}" destId="{E35F36B5-AAEA-42D7-B113-5BD216A85606}" srcOrd="1" destOrd="0" parTransId="{1E6D8337-FDAB-4CB5-A968-BF2BFBCE396D}" sibTransId="{95634DB5-90FD-49C1-A009-01701EB7EF91}"/>
    <dgm:cxn modelId="{8BECA2FC-C93A-42CA-A55B-4D8C16DD0AD0}" srcId="{C07EB65A-1372-43C4-B814-413CB7DFA1B6}" destId="{0AB47E33-6F46-45ED-ADDB-C8C1E2E57443}" srcOrd="0" destOrd="0" parTransId="{4A1FCC55-D1A6-4C77-945D-83A0F580F35D}" sibTransId="{B2945670-36D2-421F-B9EE-6AF92440B25B}"/>
    <dgm:cxn modelId="{BE5887F9-1882-4BC4-9A32-EF0EAE9C853E}" type="presParOf" srcId="{9C03B802-26EE-425B-93D4-E34ACC4C08A9}" destId="{4DCFE4CF-9417-4DE4-9973-2E4AEC142735}" srcOrd="0" destOrd="0" presId="urn:microsoft.com/office/officeart/2018/2/layout/IconVerticalSolidList"/>
    <dgm:cxn modelId="{11C07AF7-7553-4434-9A6A-6085DDA991EF}" type="presParOf" srcId="{4DCFE4CF-9417-4DE4-9973-2E4AEC142735}" destId="{43CEDB81-CF66-4506-9327-9433412EF0A6}" srcOrd="0" destOrd="0" presId="urn:microsoft.com/office/officeart/2018/2/layout/IconVerticalSolidList"/>
    <dgm:cxn modelId="{CDCB1447-BB82-48A8-AD29-53119AFC0745}" type="presParOf" srcId="{4DCFE4CF-9417-4DE4-9973-2E4AEC142735}" destId="{4A54114E-9F0D-418F-8C94-CF1F2F5CEB0F}" srcOrd="1" destOrd="0" presId="urn:microsoft.com/office/officeart/2018/2/layout/IconVerticalSolidList"/>
    <dgm:cxn modelId="{7E9E2157-1054-4913-9895-4F51D15E98F9}" type="presParOf" srcId="{4DCFE4CF-9417-4DE4-9973-2E4AEC142735}" destId="{C6B838E9-77F5-4DD0-A3D7-C955782C71AF}" srcOrd="2" destOrd="0" presId="urn:microsoft.com/office/officeart/2018/2/layout/IconVerticalSolidList"/>
    <dgm:cxn modelId="{3F70F9DB-CA86-4480-8997-8DFC5A7ABA36}" type="presParOf" srcId="{4DCFE4CF-9417-4DE4-9973-2E4AEC142735}" destId="{1F3BDB42-6B0E-4AC4-BB45-210B7DE4EBFB}" srcOrd="3" destOrd="0" presId="urn:microsoft.com/office/officeart/2018/2/layout/IconVerticalSolidList"/>
    <dgm:cxn modelId="{EBB3D631-E122-47EB-AB30-3081BF31BB3F}" type="presParOf" srcId="{9C03B802-26EE-425B-93D4-E34ACC4C08A9}" destId="{7237F3FF-9F32-4DEE-9E94-ED74D796A22F}" srcOrd="1" destOrd="0" presId="urn:microsoft.com/office/officeart/2018/2/layout/IconVerticalSolidList"/>
    <dgm:cxn modelId="{8F4F7B34-1C4E-4F6A-91F7-5FC030287EBC}" type="presParOf" srcId="{9C03B802-26EE-425B-93D4-E34ACC4C08A9}" destId="{088633AA-281A-426F-8577-599AB61BB2F6}" srcOrd="2" destOrd="0" presId="urn:microsoft.com/office/officeart/2018/2/layout/IconVerticalSolidList"/>
    <dgm:cxn modelId="{AC5F79BE-84E7-4C68-B685-1BCCD68CBD69}" type="presParOf" srcId="{088633AA-281A-426F-8577-599AB61BB2F6}" destId="{21726563-42A6-4FAD-A713-2953A1456CCB}" srcOrd="0" destOrd="0" presId="urn:microsoft.com/office/officeart/2018/2/layout/IconVerticalSolidList"/>
    <dgm:cxn modelId="{93CB1D76-F3DF-4ABD-9124-D6EBA87C54ED}" type="presParOf" srcId="{088633AA-281A-426F-8577-599AB61BB2F6}" destId="{359BF727-FD78-417E-BCC2-44FA4F8EF83F}" srcOrd="1" destOrd="0" presId="urn:microsoft.com/office/officeart/2018/2/layout/IconVerticalSolidList"/>
    <dgm:cxn modelId="{7CBC0334-6C7A-4429-9245-FBE456DB9C87}" type="presParOf" srcId="{088633AA-281A-426F-8577-599AB61BB2F6}" destId="{FAACDB51-ECCF-4F6C-91D9-C04EC748426C}" srcOrd="2" destOrd="0" presId="urn:microsoft.com/office/officeart/2018/2/layout/IconVerticalSolidList"/>
    <dgm:cxn modelId="{EFA81D1D-2CAF-480C-87C7-0264ED58DDBD}" type="presParOf" srcId="{088633AA-281A-426F-8577-599AB61BB2F6}" destId="{7F6A19A5-3095-4FDB-8718-DC797849A9DF}" srcOrd="3" destOrd="0" presId="urn:microsoft.com/office/officeart/2018/2/layout/IconVerticalSolidList"/>
    <dgm:cxn modelId="{5D7BF15D-24E3-45F3-AA52-1C5F66F8CBE5}" type="presParOf" srcId="{088633AA-281A-426F-8577-599AB61BB2F6}" destId="{B7C88AC6-17AA-4DC0-ACCC-1124540495D9}" srcOrd="4" destOrd="0" presId="urn:microsoft.com/office/officeart/2018/2/layout/IconVerticalSolidList"/>
    <dgm:cxn modelId="{DFB79B3F-AFED-4236-A3FF-319265FCD8F5}" type="presParOf" srcId="{9C03B802-26EE-425B-93D4-E34ACC4C08A9}" destId="{A3D59FE0-9F4C-48F7-9F7C-B2CEF26D1082}" srcOrd="3" destOrd="0" presId="urn:microsoft.com/office/officeart/2018/2/layout/IconVerticalSolidList"/>
    <dgm:cxn modelId="{073415FA-0416-40B9-B76F-30CB9165552E}" type="presParOf" srcId="{9C03B802-26EE-425B-93D4-E34ACC4C08A9}" destId="{4E5039AA-9FCC-4CF9-AEDE-37D69A98E763}" srcOrd="4" destOrd="0" presId="urn:microsoft.com/office/officeart/2018/2/layout/IconVerticalSolidList"/>
    <dgm:cxn modelId="{26A13AA0-65C4-4A2D-844C-EDA538E03A56}" type="presParOf" srcId="{4E5039AA-9FCC-4CF9-AEDE-37D69A98E763}" destId="{769CF408-ED47-4E94-BE20-81F0DA6DAEC7}" srcOrd="0" destOrd="0" presId="urn:microsoft.com/office/officeart/2018/2/layout/IconVerticalSolidList"/>
    <dgm:cxn modelId="{A3B354CB-BE17-4EDF-B628-696F97E3BB83}" type="presParOf" srcId="{4E5039AA-9FCC-4CF9-AEDE-37D69A98E763}" destId="{E35182A5-56DA-4947-9A50-1352C8517B09}" srcOrd="1" destOrd="0" presId="urn:microsoft.com/office/officeart/2018/2/layout/IconVerticalSolidList"/>
    <dgm:cxn modelId="{0C225C54-9173-439D-8DEB-C189E790FCC9}" type="presParOf" srcId="{4E5039AA-9FCC-4CF9-AEDE-37D69A98E763}" destId="{50FB1711-EC68-4756-9FC5-594958DCEB04}" srcOrd="2" destOrd="0" presId="urn:microsoft.com/office/officeart/2018/2/layout/IconVerticalSolidList"/>
    <dgm:cxn modelId="{C8CA067C-5E66-4FA9-9681-E2222198AA98}" type="presParOf" srcId="{4E5039AA-9FCC-4CF9-AEDE-37D69A98E763}" destId="{D3A4AE8E-B216-4CA2-BD55-7906B1103D49}" srcOrd="3" destOrd="0" presId="urn:microsoft.com/office/officeart/2018/2/layout/IconVerticalSolidList"/>
    <dgm:cxn modelId="{9EE9E2B7-5467-4821-846D-7202DDB4EEFA}" type="presParOf" srcId="{9C03B802-26EE-425B-93D4-E34ACC4C08A9}" destId="{5A158289-3035-4977-9C38-44BFC9E7B138}" srcOrd="5" destOrd="0" presId="urn:microsoft.com/office/officeart/2018/2/layout/IconVerticalSolidList"/>
    <dgm:cxn modelId="{62078A72-AA2D-4F9C-8907-D92752CD2A80}" type="presParOf" srcId="{9C03B802-26EE-425B-93D4-E34ACC4C08A9}" destId="{98632520-E0A5-49DE-B066-CB3573BB4614}" srcOrd="6" destOrd="0" presId="urn:microsoft.com/office/officeart/2018/2/layout/IconVerticalSolidList"/>
    <dgm:cxn modelId="{3584980C-3807-4D81-AAAA-393CB522A176}" type="presParOf" srcId="{98632520-E0A5-49DE-B066-CB3573BB4614}" destId="{B5BD7BDF-F31E-4D19-B06B-A9B69F951C5B}" srcOrd="0" destOrd="0" presId="urn:microsoft.com/office/officeart/2018/2/layout/IconVerticalSolidList"/>
    <dgm:cxn modelId="{ECA37333-F2CE-47E8-B707-2642A2E1839F}" type="presParOf" srcId="{98632520-E0A5-49DE-B066-CB3573BB4614}" destId="{95663834-7E9B-4BAD-9410-4BCC072D9EC1}" srcOrd="1" destOrd="0" presId="urn:microsoft.com/office/officeart/2018/2/layout/IconVerticalSolidList"/>
    <dgm:cxn modelId="{AEC0455C-B06D-4DA8-A2F7-5938DE9951B5}" type="presParOf" srcId="{98632520-E0A5-49DE-B066-CB3573BB4614}" destId="{60D9D01A-4EDD-4719-B831-CC0DF7D9BAA3}" srcOrd="2" destOrd="0" presId="urn:microsoft.com/office/officeart/2018/2/layout/IconVerticalSolidList"/>
    <dgm:cxn modelId="{85EBC143-CFF0-44D6-A23B-812248C0B0CB}" type="presParOf" srcId="{98632520-E0A5-49DE-B066-CB3573BB4614}" destId="{169FA031-70E6-4AF2-A2E9-4F30A5CC52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B76F7CB-78BE-4496-B644-C1F55581659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42134DC-5CF1-4813-8FD1-52B1AFA833AD}">
      <dgm:prSet/>
      <dgm:spPr/>
      <dgm:t>
        <a:bodyPr/>
        <a:lstStyle/>
        <a:p>
          <a:r>
            <a:rPr lang="pt-BR" b="0" i="0"/>
            <a:t>Conquistas do Projeto:</a:t>
          </a:r>
          <a:endParaRPr lang="en-US"/>
        </a:p>
      </dgm:t>
    </dgm:pt>
    <dgm:pt modelId="{BF7B2BDA-AE8E-4BB2-A165-35D71B47A6BA}" type="parTrans" cxnId="{9BA9C162-297B-49F9-8528-4A4CC14325E0}">
      <dgm:prSet/>
      <dgm:spPr/>
      <dgm:t>
        <a:bodyPr/>
        <a:lstStyle/>
        <a:p>
          <a:endParaRPr lang="en-US"/>
        </a:p>
      </dgm:t>
    </dgm:pt>
    <dgm:pt modelId="{56DABBDF-B208-4C79-9B7F-171C844C4190}" type="sibTrans" cxnId="{9BA9C162-297B-49F9-8528-4A4CC14325E0}">
      <dgm:prSet/>
      <dgm:spPr/>
      <dgm:t>
        <a:bodyPr/>
        <a:lstStyle/>
        <a:p>
          <a:endParaRPr lang="en-US"/>
        </a:p>
      </dgm:t>
    </dgm:pt>
    <dgm:pt modelId="{C0796D0D-9E28-40BE-8193-559BABB0A462}">
      <dgm:prSet/>
      <dgm:spPr/>
      <dgm:t>
        <a:bodyPr/>
        <a:lstStyle/>
        <a:p>
          <a:r>
            <a:rPr lang="pt-BR"/>
            <a:t>Automação completa do processo de extração fiscal</a:t>
          </a:r>
          <a:endParaRPr lang="en-US"/>
        </a:p>
      </dgm:t>
    </dgm:pt>
    <dgm:pt modelId="{0E35145E-F53B-4CE7-BA11-50F372A08696}" type="parTrans" cxnId="{DB939178-682E-4B31-A677-A199659B746C}">
      <dgm:prSet/>
      <dgm:spPr/>
      <dgm:t>
        <a:bodyPr/>
        <a:lstStyle/>
        <a:p>
          <a:endParaRPr lang="en-US"/>
        </a:p>
      </dgm:t>
    </dgm:pt>
    <dgm:pt modelId="{C6CB1D5F-AA94-43A5-BB99-DF64D90EEC7D}" type="sibTrans" cxnId="{DB939178-682E-4B31-A677-A199659B746C}">
      <dgm:prSet/>
      <dgm:spPr/>
      <dgm:t>
        <a:bodyPr/>
        <a:lstStyle/>
        <a:p>
          <a:endParaRPr lang="en-US"/>
        </a:p>
      </dgm:t>
    </dgm:pt>
    <dgm:pt modelId="{F05AB26B-38C8-457B-A62F-F659636D22A9}">
      <dgm:prSet/>
      <dgm:spPr/>
      <dgm:t>
        <a:bodyPr/>
        <a:lstStyle/>
        <a:p>
          <a:r>
            <a:rPr lang="pt-BR"/>
            <a:t>Precisão elevada com validação multicamadas</a:t>
          </a:r>
          <a:endParaRPr lang="en-US"/>
        </a:p>
      </dgm:t>
    </dgm:pt>
    <dgm:pt modelId="{2D4447FD-B2A7-42EA-BB6B-C772FF654238}" type="parTrans" cxnId="{3B43B61F-7215-4D54-812B-02605FA937E4}">
      <dgm:prSet/>
      <dgm:spPr/>
      <dgm:t>
        <a:bodyPr/>
        <a:lstStyle/>
        <a:p>
          <a:endParaRPr lang="en-US"/>
        </a:p>
      </dgm:t>
    </dgm:pt>
    <dgm:pt modelId="{816CB087-731C-433C-AFC2-C2E344E8A3A8}" type="sibTrans" cxnId="{3B43B61F-7215-4D54-812B-02605FA937E4}">
      <dgm:prSet/>
      <dgm:spPr/>
      <dgm:t>
        <a:bodyPr/>
        <a:lstStyle/>
        <a:p>
          <a:endParaRPr lang="en-US"/>
        </a:p>
      </dgm:t>
    </dgm:pt>
    <dgm:pt modelId="{DDC05B14-F446-4828-8190-9805F2E0AD81}">
      <dgm:prSet/>
      <dgm:spPr/>
      <dgm:t>
        <a:bodyPr/>
        <a:lstStyle/>
        <a:p>
          <a:r>
            <a:rPr lang="pt-BR"/>
            <a:t>Interface intuitiva com visualizações analíticas</a:t>
          </a:r>
          <a:endParaRPr lang="en-US"/>
        </a:p>
      </dgm:t>
    </dgm:pt>
    <dgm:pt modelId="{0C7B8EAD-6434-4B6D-A5D5-287F02B5225A}" type="parTrans" cxnId="{D6600FBB-23D4-469E-86A1-54A6ACA8CCDD}">
      <dgm:prSet/>
      <dgm:spPr/>
      <dgm:t>
        <a:bodyPr/>
        <a:lstStyle/>
        <a:p>
          <a:endParaRPr lang="en-US"/>
        </a:p>
      </dgm:t>
    </dgm:pt>
    <dgm:pt modelId="{724AFF1D-C856-439D-BE1B-8049DB38CD2C}" type="sibTrans" cxnId="{D6600FBB-23D4-469E-86A1-54A6ACA8CCDD}">
      <dgm:prSet/>
      <dgm:spPr/>
      <dgm:t>
        <a:bodyPr/>
        <a:lstStyle/>
        <a:p>
          <a:endParaRPr lang="en-US"/>
        </a:p>
      </dgm:t>
    </dgm:pt>
    <dgm:pt modelId="{F2AEA8F9-15EA-46FC-B351-50EA2A6BC4C7}">
      <dgm:prSet/>
      <dgm:spPr/>
      <dgm:t>
        <a:bodyPr/>
        <a:lstStyle/>
        <a:p>
          <a:r>
            <a:rPr lang="pt-BR" b="0" i="0" dirty="0"/>
            <a:t>Possíveis Melhorias: Suporte a mais modelos (CT-e, MDF-e)</a:t>
          </a:r>
          <a:endParaRPr lang="en-US" dirty="0"/>
        </a:p>
      </dgm:t>
    </dgm:pt>
    <dgm:pt modelId="{71060619-35FC-4EDE-BBA8-3C30D31B0414}" type="parTrans" cxnId="{37C216CE-D464-47F6-B48C-100369FFC441}">
      <dgm:prSet/>
      <dgm:spPr/>
      <dgm:t>
        <a:bodyPr/>
        <a:lstStyle/>
        <a:p>
          <a:endParaRPr lang="en-US"/>
        </a:p>
      </dgm:t>
    </dgm:pt>
    <dgm:pt modelId="{B8E08858-F326-4799-8D89-FAE5F24E922A}" type="sibTrans" cxnId="{37C216CE-D464-47F6-B48C-100369FFC441}">
      <dgm:prSet/>
      <dgm:spPr/>
      <dgm:t>
        <a:bodyPr/>
        <a:lstStyle/>
        <a:p>
          <a:endParaRPr lang="en-US"/>
        </a:p>
      </dgm:t>
    </dgm:pt>
    <dgm:pt modelId="{0A37A3FF-F0A0-49B1-834C-D04ED3C1AFE5}">
      <dgm:prSet/>
      <dgm:spPr/>
      <dgm:t>
        <a:bodyPr/>
        <a:lstStyle/>
        <a:p>
          <a:r>
            <a:rPr lang="pt-BR"/>
            <a:t>Integração com sistemas ERP e processamento em lote</a:t>
          </a:r>
          <a:endParaRPr lang="en-US"/>
        </a:p>
      </dgm:t>
    </dgm:pt>
    <dgm:pt modelId="{AAC559D4-6372-4E88-A9E6-409156CF0FA4}" type="parTrans" cxnId="{016A3D4C-3D39-4B29-9FE9-84DDB490C78F}">
      <dgm:prSet/>
      <dgm:spPr/>
      <dgm:t>
        <a:bodyPr/>
        <a:lstStyle/>
        <a:p>
          <a:endParaRPr lang="en-US"/>
        </a:p>
      </dgm:t>
    </dgm:pt>
    <dgm:pt modelId="{329DA4F5-4827-4713-B20F-C90122D3A52C}" type="sibTrans" cxnId="{016A3D4C-3D39-4B29-9FE9-84DDB490C78F}">
      <dgm:prSet/>
      <dgm:spPr/>
      <dgm:t>
        <a:bodyPr/>
        <a:lstStyle/>
        <a:p>
          <a:endParaRPr lang="en-US"/>
        </a:p>
      </dgm:t>
    </dgm:pt>
    <dgm:pt modelId="{BA905244-98EC-4EFE-925C-4982E983FFB6}">
      <dgm:prSet/>
      <dgm:spPr/>
      <dgm:t>
        <a:bodyPr/>
        <a:lstStyle/>
        <a:p>
          <a:r>
            <a:rPr lang="pt-BR" b="0" i="0"/>
            <a:t>Impacto: Redução significativa de tempo e erros no processamento</a:t>
          </a:r>
          <a:endParaRPr lang="en-US"/>
        </a:p>
      </dgm:t>
    </dgm:pt>
    <dgm:pt modelId="{A20DD4BC-379F-4278-B9A3-BFC57062456E}" type="parTrans" cxnId="{F2207EFF-D13D-49E7-9998-0C46EF027FD8}">
      <dgm:prSet/>
      <dgm:spPr/>
      <dgm:t>
        <a:bodyPr/>
        <a:lstStyle/>
        <a:p>
          <a:endParaRPr lang="en-US"/>
        </a:p>
      </dgm:t>
    </dgm:pt>
    <dgm:pt modelId="{FED08B38-B827-4DB8-947F-19ED40146094}" type="sibTrans" cxnId="{F2207EFF-D13D-49E7-9998-0C46EF027FD8}">
      <dgm:prSet/>
      <dgm:spPr/>
      <dgm:t>
        <a:bodyPr/>
        <a:lstStyle/>
        <a:p>
          <a:endParaRPr lang="en-US"/>
        </a:p>
      </dgm:t>
    </dgm:pt>
    <dgm:pt modelId="{B04C8822-EE1D-431E-AAE9-B1697438190C}" type="pres">
      <dgm:prSet presAssocID="{BB76F7CB-78BE-4496-B644-C1F555816591}" presName="root" presStyleCnt="0">
        <dgm:presLayoutVars>
          <dgm:dir/>
          <dgm:resizeHandles val="exact"/>
        </dgm:presLayoutVars>
      </dgm:prSet>
      <dgm:spPr/>
    </dgm:pt>
    <dgm:pt modelId="{A8238D67-36A4-42DA-92BE-91277573EFC9}" type="pres">
      <dgm:prSet presAssocID="{B42134DC-5CF1-4813-8FD1-52B1AFA833AD}" presName="compNode" presStyleCnt="0"/>
      <dgm:spPr/>
    </dgm:pt>
    <dgm:pt modelId="{2220BB41-7BAE-438C-B4E5-C77A7C942231}" type="pres">
      <dgm:prSet presAssocID="{B42134DC-5CF1-4813-8FD1-52B1AFA833AD}" presName="bgRect" presStyleLbl="bgShp" presStyleIdx="0" presStyleCnt="3" custLinFactNeighborY="-214"/>
      <dgm:spPr/>
    </dgm:pt>
    <dgm:pt modelId="{CB49D20D-D811-4C0C-8F50-C8AE9ABAA764}" type="pres">
      <dgm:prSet presAssocID="{B42134DC-5CF1-4813-8FD1-52B1AFA833A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FDD41591-667E-48E4-A262-B70855292BC2}" type="pres">
      <dgm:prSet presAssocID="{B42134DC-5CF1-4813-8FD1-52B1AFA833AD}" presName="spaceRect" presStyleCnt="0"/>
      <dgm:spPr/>
    </dgm:pt>
    <dgm:pt modelId="{CBC31B93-EB19-44A8-BFF0-C18A26E838C0}" type="pres">
      <dgm:prSet presAssocID="{B42134DC-5CF1-4813-8FD1-52B1AFA833AD}" presName="parTx" presStyleLbl="revTx" presStyleIdx="0" presStyleCnt="5">
        <dgm:presLayoutVars>
          <dgm:chMax val="0"/>
          <dgm:chPref val="0"/>
        </dgm:presLayoutVars>
      </dgm:prSet>
      <dgm:spPr/>
    </dgm:pt>
    <dgm:pt modelId="{B1A4DCE6-7EB0-4CE8-9852-688878915ABD}" type="pres">
      <dgm:prSet presAssocID="{B42134DC-5CF1-4813-8FD1-52B1AFA833AD}" presName="desTx" presStyleLbl="revTx" presStyleIdx="1" presStyleCnt="5">
        <dgm:presLayoutVars/>
      </dgm:prSet>
      <dgm:spPr/>
    </dgm:pt>
    <dgm:pt modelId="{B1749AAC-B9FB-4BA6-B747-86C9A81ECCFC}" type="pres">
      <dgm:prSet presAssocID="{56DABBDF-B208-4C79-9B7F-171C844C4190}" presName="sibTrans" presStyleCnt="0"/>
      <dgm:spPr/>
    </dgm:pt>
    <dgm:pt modelId="{FB78FDFE-8AC9-43E7-9648-68495A2C6DEF}" type="pres">
      <dgm:prSet presAssocID="{F2AEA8F9-15EA-46FC-B351-50EA2A6BC4C7}" presName="compNode" presStyleCnt="0"/>
      <dgm:spPr/>
    </dgm:pt>
    <dgm:pt modelId="{58B18468-9840-4EEE-9516-6FD5AE28C6D2}" type="pres">
      <dgm:prSet presAssocID="{F2AEA8F9-15EA-46FC-B351-50EA2A6BC4C7}" presName="bgRect" presStyleLbl="bgShp" presStyleIdx="1" presStyleCnt="3"/>
      <dgm:spPr/>
    </dgm:pt>
    <dgm:pt modelId="{4606F081-D893-4B3B-AE6F-9B6159348F5A}" type="pres">
      <dgm:prSet presAssocID="{F2AEA8F9-15EA-46FC-B351-50EA2A6BC4C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édico"/>
        </a:ext>
      </dgm:extLst>
    </dgm:pt>
    <dgm:pt modelId="{8FB15FDA-F164-456E-9E38-080D5D19659E}" type="pres">
      <dgm:prSet presAssocID="{F2AEA8F9-15EA-46FC-B351-50EA2A6BC4C7}" presName="spaceRect" presStyleCnt="0"/>
      <dgm:spPr/>
    </dgm:pt>
    <dgm:pt modelId="{3C8254C4-A68F-4150-AE3C-59471A517DC7}" type="pres">
      <dgm:prSet presAssocID="{F2AEA8F9-15EA-46FC-B351-50EA2A6BC4C7}" presName="parTx" presStyleLbl="revTx" presStyleIdx="2" presStyleCnt="5">
        <dgm:presLayoutVars>
          <dgm:chMax val="0"/>
          <dgm:chPref val="0"/>
        </dgm:presLayoutVars>
      </dgm:prSet>
      <dgm:spPr/>
    </dgm:pt>
    <dgm:pt modelId="{007E1603-12F5-43A4-80A3-B22EDBB04301}" type="pres">
      <dgm:prSet presAssocID="{F2AEA8F9-15EA-46FC-B351-50EA2A6BC4C7}" presName="desTx" presStyleLbl="revTx" presStyleIdx="3" presStyleCnt="5">
        <dgm:presLayoutVars/>
      </dgm:prSet>
      <dgm:spPr/>
    </dgm:pt>
    <dgm:pt modelId="{352C8A71-BFB8-4DF8-BA51-ED11ACA4EC63}" type="pres">
      <dgm:prSet presAssocID="{B8E08858-F326-4799-8D89-FAE5F24E922A}" presName="sibTrans" presStyleCnt="0"/>
      <dgm:spPr/>
    </dgm:pt>
    <dgm:pt modelId="{C8D9607E-19A1-445C-89E9-3919D7E8549E}" type="pres">
      <dgm:prSet presAssocID="{BA905244-98EC-4EFE-925C-4982E983FFB6}" presName="compNode" presStyleCnt="0"/>
      <dgm:spPr/>
    </dgm:pt>
    <dgm:pt modelId="{8D499020-79BD-4763-B89D-6689E294BC33}" type="pres">
      <dgm:prSet presAssocID="{BA905244-98EC-4EFE-925C-4982E983FFB6}" presName="bgRect" presStyleLbl="bgShp" presStyleIdx="2" presStyleCnt="3"/>
      <dgm:spPr/>
    </dgm:pt>
    <dgm:pt modelId="{A4E62271-3524-4DFA-9EEA-E24AD692E670}" type="pres">
      <dgm:prSet presAssocID="{BA905244-98EC-4EFE-925C-4982E983FFB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seto"/>
        </a:ext>
      </dgm:extLst>
    </dgm:pt>
    <dgm:pt modelId="{AEC6D3B8-B38C-43E2-80C8-D002D7CBC38F}" type="pres">
      <dgm:prSet presAssocID="{BA905244-98EC-4EFE-925C-4982E983FFB6}" presName="spaceRect" presStyleCnt="0"/>
      <dgm:spPr/>
    </dgm:pt>
    <dgm:pt modelId="{1ABFFB96-7625-4B22-8582-31FE0FEFA6B7}" type="pres">
      <dgm:prSet presAssocID="{BA905244-98EC-4EFE-925C-4982E983FFB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265FD16-6077-4B32-852C-BAEFF11D3D37}" type="presOf" srcId="{BA905244-98EC-4EFE-925C-4982E983FFB6}" destId="{1ABFFB96-7625-4B22-8582-31FE0FEFA6B7}" srcOrd="0" destOrd="0" presId="urn:microsoft.com/office/officeart/2018/2/layout/IconVerticalSolidList"/>
    <dgm:cxn modelId="{3B43B61F-7215-4D54-812B-02605FA937E4}" srcId="{B42134DC-5CF1-4813-8FD1-52B1AFA833AD}" destId="{F05AB26B-38C8-457B-A62F-F659636D22A9}" srcOrd="1" destOrd="0" parTransId="{2D4447FD-B2A7-42EA-BB6B-C772FF654238}" sibTransId="{816CB087-731C-433C-AFC2-C2E344E8A3A8}"/>
    <dgm:cxn modelId="{9BA9C162-297B-49F9-8528-4A4CC14325E0}" srcId="{BB76F7CB-78BE-4496-B644-C1F555816591}" destId="{B42134DC-5CF1-4813-8FD1-52B1AFA833AD}" srcOrd="0" destOrd="0" parTransId="{BF7B2BDA-AE8E-4BB2-A165-35D71B47A6BA}" sibTransId="{56DABBDF-B208-4C79-9B7F-171C844C4190}"/>
    <dgm:cxn modelId="{5ED94E67-5EA8-40E6-AB82-2EB7A54E0594}" type="presOf" srcId="{C0796D0D-9E28-40BE-8193-559BABB0A462}" destId="{B1A4DCE6-7EB0-4CE8-9852-688878915ABD}" srcOrd="0" destOrd="0" presId="urn:microsoft.com/office/officeart/2018/2/layout/IconVerticalSolidList"/>
    <dgm:cxn modelId="{1BA6834B-BB47-41D0-A03F-75D220D6CD1E}" type="presOf" srcId="{BB76F7CB-78BE-4496-B644-C1F555816591}" destId="{B04C8822-EE1D-431E-AAE9-B1697438190C}" srcOrd="0" destOrd="0" presId="urn:microsoft.com/office/officeart/2018/2/layout/IconVerticalSolidList"/>
    <dgm:cxn modelId="{016A3D4C-3D39-4B29-9FE9-84DDB490C78F}" srcId="{F2AEA8F9-15EA-46FC-B351-50EA2A6BC4C7}" destId="{0A37A3FF-F0A0-49B1-834C-D04ED3C1AFE5}" srcOrd="0" destOrd="0" parTransId="{AAC559D4-6372-4E88-A9E6-409156CF0FA4}" sibTransId="{329DA4F5-4827-4713-B20F-C90122D3A52C}"/>
    <dgm:cxn modelId="{AEB49B4C-81AF-41C5-87DD-6C49C8EBB0CC}" type="presOf" srcId="{0A37A3FF-F0A0-49B1-834C-D04ED3C1AFE5}" destId="{007E1603-12F5-43A4-80A3-B22EDBB04301}" srcOrd="0" destOrd="0" presId="urn:microsoft.com/office/officeart/2018/2/layout/IconVerticalSolidList"/>
    <dgm:cxn modelId="{DB939178-682E-4B31-A677-A199659B746C}" srcId="{B42134DC-5CF1-4813-8FD1-52B1AFA833AD}" destId="{C0796D0D-9E28-40BE-8193-559BABB0A462}" srcOrd="0" destOrd="0" parTransId="{0E35145E-F53B-4CE7-BA11-50F372A08696}" sibTransId="{C6CB1D5F-AA94-43A5-BB99-DF64D90EEC7D}"/>
    <dgm:cxn modelId="{F8153479-FDF0-48F7-A44B-BEBA323E8E77}" type="presOf" srcId="{F05AB26B-38C8-457B-A62F-F659636D22A9}" destId="{B1A4DCE6-7EB0-4CE8-9852-688878915ABD}" srcOrd="0" destOrd="1" presId="urn:microsoft.com/office/officeart/2018/2/layout/IconVerticalSolidList"/>
    <dgm:cxn modelId="{0DA617A8-C219-4CB7-91B3-F4327A785DB8}" type="presOf" srcId="{B42134DC-5CF1-4813-8FD1-52B1AFA833AD}" destId="{CBC31B93-EB19-44A8-BFF0-C18A26E838C0}" srcOrd="0" destOrd="0" presId="urn:microsoft.com/office/officeart/2018/2/layout/IconVerticalSolidList"/>
    <dgm:cxn modelId="{D6600FBB-23D4-469E-86A1-54A6ACA8CCDD}" srcId="{B42134DC-5CF1-4813-8FD1-52B1AFA833AD}" destId="{DDC05B14-F446-4828-8190-9805F2E0AD81}" srcOrd="2" destOrd="0" parTransId="{0C7B8EAD-6434-4B6D-A5D5-287F02B5225A}" sibTransId="{724AFF1D-C856-439D-BE1B-8049DB38CD2C}"/>
    <dgm:cxn modelId="{AE545FC5-4A58-4E01-B277-A4D71C69A9FD}" type="presOf" srcId="{F2AEA8F9-15EA-46FC-B351-50EA2A6BC4C7}" destId="{3C8254C4-A68F-4150-AE3C-59471A517DC7}" srcOrd="0" destOrd="0" presId="urn:microsoft.com/office/officeart/2018/2/layout/IconVerticalSolidList"/>
    <dgm:cxn modelId="{37C216CE-D464-47F6-B48C-100369FFC441}" srcId="{BB76F7CB-78BE-4496-B644-C1F555816591}" destId="{F2AEA8F9-15EA-46FC-B351-50EA2A6BC4C7}" srcOrd="1" destOrd="0" parTransId="{71060619-35FC-4EDE-BBA8-3C30D31B0414}" sibTransId="{B8E08858-F326-4799-8D89-FAE5F24E922A}"/>
    <dgm:cxn modelId="{EFE509EE-F0E5-4EDA-957D-045DA78E8484}" type="presOf" srcId="{DDC05B14-F446-4828-8190-9805F2E0AD81}" destId="{B1A4DCE6-7EB0-4CE8-9852-688878915ABD}" srcOrd="0" destOrd="2" presId="urn:microsoft.com/office/officeart/2018/2/layout/IconVerticalSolidList"/>
    <dgm:cxn modelId="{F2207EFF-D13D-49E7-9998-0C46EF027FD8}" srcId="{BB76F7CB-78BE-4496-B644-C1F555816591}" destId="{BA905244-98EC-4EFE-925C-4982E983FFB6}" srcOrd="2" destOrd="0" parTransId="{A20DD4BC-379F-4278-B9A3-BFC57062456E}" sibTransId="{FED08B38-B827-4DB8-947F-19ED40146094}"/>
    <dgm:cxn modelId="{BD58DC63-46B4-4D35-8E81-17267CAB8162}" type="presParOf" srcId="{B04C8822-EE1D-431E-AAE9-B1697438190C}" destId="{A8238D67-36A4-42DA-92BE-91277573EFC9}" srcOrd="0" destOrd="0" presId="urn:microsoft.com/office/officeart/2018/2/layout/IconVerticalSolidList"/>
    <dgm:cxn modelId="{6E2EAB11-8C92-4A19-B923-4F9F2AC98E36}" type="presParOf" srcId="{A8238D67-36A4-42DA-92BE-91277573EFC9}" destId="{2220BB41-7BAE-438C-B4E5-C77A7C942231}" srcOrd="0" destOrd="0" presId="urn:microsoft.com/office/officeart/2018/2/layout/IconVerticalSolidList"/>
    <dgm:cxn modelId="{D31A1570-DD30-439C-BD32-8E8A4EE65DEF}" type="presParOf" srcId="{A8238D67-36A4-42DA-92BE-91277573EFC9}" destId="{CB49D20D-D811-4C0C-8F50-C8AE9ABAA764}" srcOrd="1" destOrd="0" presId="urn:microsoft.com/office/officeart/2018/2/layout/IconVerticalSolidList"/>
    <dgm:cxn modelId="{D6912018-43DF-406A-8A9B-C2148994D62E}" type="presParOf" srcId="{A8238D67-36A4-42DA-92BE-91277573EFC9}" destId="{FDD41591-667E-48E4-A262-B70855292BC2}" srcOrd="2" destOrd="0" presId="urn:microsoft.com/office/officeart/2018/2/layout/IconVerticalSolidList"/>
    <dgm:cxn modelId="{5F28A89B-2928-43C5-9296-72DEB39C55B4}" type="presParOf" srcId="{A8238D67-36A4-42DA-92BE-91277573EFC9}" destId="{CBC31B93-EB19-44A8-BFF0-C18A26E838C0}" srcOrd="3" destOrd="0" presId="urn:microsoft.com/office/officeart/2018/2/layout/IconVerticalSolidList"/>
    <dgm:cxn modelId="{4CE03D77-DE50-4FD8-AAFA-97CED3E8D22A}" type="presParOf" srcId="{A8238D67-36A4-42DA-92BE-91277573EFC9}" destId="{B1A4DCE6-7EB0-4CE8-9852-688878915ABD}" srcOrd="4" destOrd="0" presId="urn:microsoft.com/office/officeart/2018/2/layout/IconVerticalSolidList"/>
    <dgm:cxn modelId="{7ABF6248-A647-492D-BED2-FEA65D47353E}" type="presParOf" srcId="{B04C8822-EE1D-431E-AAE9-B1697438190C}" destId="{B1749AAC-B9FB-4BA6-B747-86C9A81ECCFC}" srcOrd="1" destOrd="0" presId="urn:microsoft.com/office/officeart/2018/2/layout/IconVerticalSolidList"/>
    <dgm:cxn modelId="{7E31EE38-2F9D-4721-B138-BAE0E8A41E3D}" type="presParOf" srcId="{B04C8822-EE1D-431E-AAE9-B1697438190C}" destId="{FB78FDFE-8AC9-43E7-9648-68495A2C6DEF}" srcOrd="2" destOrd="0" presId="urn:microsoft.com/office/officeart/2018/2/layout/IconVerticalSolidList"/>
    <dgm:cxn modelId="{239A2892-6212-49BF-95E2-D32771AA0795}" type="presParOf" srcId="{FB78FDFE-8AC9-43E7-9648-68495A2C6DEF}" destId="{58B18468-9840-4EEE-9516-6FD5AE28C6D2}" srcOrd="0" destOrd="0" presId="urn:microsoft.com/office/officeart/2018/2/layout/IconVerticalSolidList"/>
    <dgm:cxn modelId="{DF8B1F70-6FBF-4C75-8FE7-869A983CD81B}" type="presParOf" srcId="{FB78FDFE-8AC9-43E7-9648-68495A2C6DEF}" destId="{4606F081-D893-4B3B-AE6F-9B6159348F5A}" srcOrd="1" destOrd="0" presId="urn:microsoft.com/office/officeart/2018/2/layout/IconVerticalSolidList"/>
    <dgm:cxn modelId="{75A17B18-463C-4776-A573-C595B3DB1AD8}" type="presParOf" srcId="{FB78FDFE-8AC9-43E7-9648-68495A2C6DEF}" destId="{8FB15FDA-F164-456E-9E38-080D5D19659E}" srcOrd="2" destOrd="0" presId="urn:microsoft.com/office/officeart/2018/2/layout/IconVerticalSolidList"/>
    <dgm:cxn modelId="{859923CD-2FBC-426E-B2B7-984860256395}" type="presParOf" srcId="{FB78FDFE-8AC9-43E7-9648-68495A2C6DEF}" destId="{3C8254C4-A68F-4150-AE3C-59471A517DC7}" srcOrd="3" destOrd="0" presId="urn:microsoft.com/office/officeart/2018/2/layout/IconVerticalSolidList"/>
    <dgm:cxn modelId="{1024ECA2-A22A-4547-A061-7A8D64D5EAA0}" type="presParOf" srcId="{FB78FDFE-8AC9-43E7-9648-68495A2C6DEF}" destId="{007E1603-12F5-43A4-80A3-B22EDBB04301}" srcOrd="4" destOrd="0" presId="urn:microsoft.com/office/officeart/2018/2/layout/IconVerticalSolidList"/>
    <dgm:cxn modelId="{C01103D7-9059-45AC-8691-A22FA1EA50F9}" type="presParOf" srcId="{B04C8822-EE1D-431E-AAE9-B1697438190C}" destId="{352C8A71-BFB8-4DF8-BA51-ED11ACA4EC63}" srcOrd="3" destOrd="0" presId="urn:microsoft.com/office/officeart/2018/2/layout/IconVerticalSolidList"/>
    <dgm:cxn modelId="{2A0D237A-2221-4E59-8A16-54AD0C455DB1}" type="presParOf" srcId="{B04C8822-EE1D-431E-AAE9-B1697438190C}" destId="{C8D9607E-19A1-445C-89E9-3919D7E8549E}" srcOrd="4" destOrd="0" presId="urn:microsoft.com/office/officeart/2018/2/layout/IconVerticalSolidList"/>
    <dgm:cxn modelId="{D4DB1886-DEAF-4052-A547-823E71EA2A4B}" type="presParOf" srcId="{C8D9607E-19A1-445C-89E9-3919D7E8549E}" destId="{8D499020-79BD-4763-B89D-6689E294BC33}" srcOrd="0" destOrd="0" presId="urn:microsoft.com/office/officeart/2018/2/layout/IconVerticalSolidList"/>
    <dgm:cxn modelId="{00A0FB7E-D448-4E81-AF06-09E4B32249DD}" type="presParOf" srcId="{C8D9607E-19A1-445C-89E9-3919D7E8549E}" destId="{A4E62271-3524-4DFA-9EEA-E24AD692E670}" srcOrd="1" destOrd="0" presId="urn:microsoft.com/office/officeart/2018/2/layout/IconVerticalSolidList"/>
    <dgm:cxn modelId="{87588163-66EF-46AC-8D96-F50A2CA58F77}" type="presParOf" srcId="{C8D9607E-19A1-445C-89E9-3919D7E8549E}" destId="{AEC6D3B8-B38C-43E2-80C8-D002D7CBC38F}" srcOrd="2" destOrd="0" presId="urn:microsoft.com/office/officeart/2018/2/layout/IconVerticalSolidList"/>
    <dgm:cxn modelId="{64D66161-C173-419C-808C-7576DCDBFE13}" type="presParOf" srcId="{C8D9607E-19A1-445C-89E9-3919D7E8549E}" destId="{1ABFFB96-7625-4B22-8582-31FE0FEFA6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362C78-0DFC-4B14-80DE-EB42A7B61928}">
      <dsp:nvSpPr>
        <dsp:cNvPr id="0" name=""/>
        <dsp:cNvSpPr/>
      </dsp:nvSpPr>
      <dsp:spPr>
        <a:xfrm>
          <a:off x="388619" y="0"/>
          <a:ext cx="4526280" cy="452628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3CE9E7-BC6C-426B-A9D9-EA99AFA74D7D}">
      <dsp:nvSpPr>
        <dsp:cNvPr id="0" name=""/>
        <dsp:cNvSpPr/>
      </dsp:nvSpPr>
      <dsp:spPr>
        <a:xfrm>
          <a:off x="818616" y="429996"/>
          <a:ext cx="1765249" cy="17652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noProof="0"/>
            <a:t>Problema: Processamento manual é lento, propenso a erros e custoso</a:t>
          </a:r>
          <a:endParaRPr lang="en-US" sz="1500" kern="1200" noProof="0"/>
        </a:p>
      </dsp:txBody>
      <dsp:txXfrm>
        <a:off x="904788" y="516168"/>
        <a:ext cx="1592905" cy="1592905"/>
      </dsp:txXfrm>
    </dsp:sp>
    <dsp:sp modelId="{0FD2A4E8-7E84-44DB-8D77-03AA8DA24192}">
      <dsp:nvSpPr>
        <dsp:cNvPr id="0" name=""/>
        <dsp:cNvSpPr/>
      </dsp:nvSpPr>
      <dsp:spPr>
        <a:xfrm>
          <a:off x="2719654" y="429996"/>
          <a:ext cx="1765249" cy="17652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noProof="0"/>
            <a:t>Complexidade: Documentos brasileiros possuem estruturas variadas (NF-e, DANFE, cupons)</a:t>
          </a:r>
          <a:endParaRPr lang="en-US" sz="1500" kern="1200" noProof="0"/>
        </a:p>
      </dsp:txBody>
      <dsp:txXfrm>
        <a:off x="2805826" y="516168"/>
        <a:ext cx="1592905" cy="1592905"/>
      </dsp:txXfrm>
    </dsp:sp>
    <dsp:sp modelId="{2A230ED7-904E-4A7F-85A7-82C3D34E820E}">
      <dsp:nvSpPr>
        <dsp:cNvPr id="0" name=""/>
        <dsp:cNvSpPr/>
      </dsp:nvSpPr>
      <dsp:spPr>
        <a:xfrm>
          <a:off x="818616" y="2331034"/>
          <a:ext cx="1765249" cy="17652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noProof="0"/>
            <a:t>Volume: Empresas lidam com centenas ou milhares de documentos mensalmente</a:t>
          </a:r>
          <a:endParaRPr lang="en-US" sz="1500" kern="1200" noProof="0"/>
        </a:p>
      </dsp:txBody>
      <dsp:txXfrm>
        <a:off x="904788" y="2417206"/>
        <a:ext cx="1592905" cy="1592905"/>
      </dsp:txXfrm>
    </dsp:sp>
    <dsp:sp modelId="{6597D44B-6316-4D9F-9594-07B022D0D74D}">
      <dsp:nvSpPr>
        <dsp:cNvPr id="0" name=""/>
        <dsp:cNvSpPr/>
      </dsp:nvSpPr>
      <dsp:spPr>
        <a:xfrm>
          <a:off x="2719654" y="2331034"/>
          <a:ext cx="1765249" cy="17652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noProof="0"/>
            <a:t>Necessidade: Solução automatizada que compreenda contexto e valide dados</a:t>
          </a:r>
          <a:endParaRPr lang="en-US" sz="1500" kern="1200" noProof="0"/>
        </a:p>
      </dsp:txBody>
      <dsp:txXfrm>
        <a:off x="2805826" y="2417206"/>
        <a:ext cx="1592905" cy="15929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64863-CFE8-42B9-8415-674ED3C2E6C0}">
      <dsp:nvSpPr>
        <dsp:cNvPr id="0" name=""/>
        <dsp:cNvSpPr/>
      </dsp:nvSpPr>
      <dsp:spPr>
        <a:xfrm>
          <a:off x="0" y="2810034"/>
          <a:ext cx="6705600" cy="18436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0" i="0" kern="1200" noProof="0" dirty="0"/>
            <a:t>Abordagem:</a:t>
          </a:r>
          <a:endParaRPr lang="pt-BR" sz="3200" kern="1200" noProof="0" dirty="0"/>
        </a:p>
      </dsp:txBody>
      <dsp:txXfrm>
        <a:off x="0" y="2810034"/>
        <a:ext cx="6705600" cy="995590"/>
      </dsp:txXfrm>
    </dsp:sp>
    <dsp:sp modelId="{3C65174C-B60F-4E18-94DC-33C5DDA7DA5F}">
      <dsp:nvSpPr>
        <dsp:cNvPr id="0" name=""/>
        <dsp:cNvSpPr/>
      </dsp:nvSpPr>
      <dsp:spPr>
        <a:xfrm>
          <a:off x="0" y="3768751"/>
          <a:ext cx="1676400" cy="8480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noProof="0" dirty="0"/>
            <a:t>Combinação de OCR tradicional com IA Generativa</a:t>
          </a:r>
        </a:p>
      </dsp:txBody>
      <dsp:txXfrm>
        <a:off x="0" y="3768751"/>
        <a:ext cx="1676400" cy="848095"/>
      </dsp:txXfrm>
    </dsp:sp>
    <dsp:sp modelId="{966CE635-1405-4A9C-8439-D6F2FA8AB7C9}">
      <dsp:nvSpPr>
        <dsp:cNvPr id="0" name=""/>
        <dsp:cNvSpPr/>
      </dsp:nvSpPr>
      <dsp:spPr>
        <a:xfrm>
          <a:off x="1676400" y="3768751"/>
          <a:ext cx="1676400" cy="8480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noProof="0" dirty="0"/>
            <a:t>Validação estruturada com regras de negócio</a:t>
          </a:r>
        </a:p>
      </dsp:txBody>
      <dsp:txXfrm>
        <a:off x="1676400" y="3768751"/>
        <a:ext cx="1676400" cy="848095"/>
      </dsp:txXfrm>
    </dsp:sp>
    <dsp:sp modelId="{0EE3B6A6-21E7-4194-9206-9399A629B1DA}">
      <dsp:nvSpPr>
        <dsp:cNvPr id="0" name=""/>
        <dsp:cNvSpPr/>
      </dsp:nvSpPr>
      <dsp:spPr>
        <a:xfrm>
          <a:off x="3352800" y="3768751"/>
          <a:ext cx="1676400" cy="8480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noProof="0" dirty="0"/>
            <a:t>Interface web intuitiva com visualizações analíticas</a:t>
          </a:r>
        </a:p>
      </dsp:txBody>
      <dsp:txXfrm>
        <a:off x="3352800" y="3768751"/>
        <a:ext cx="1676400" cy="848095"/>
      </dsp:txXfrm>
    </dsp:sp>
    <dsp:sp modelId="{B8988CBE-DD2E-4179-ABC5-8CC4F7671363}">
      <dsp:nvSpPr>
        <dsp:cNvPr id="0" name=""/>
        <dsp:cNvSpPr/>
      </dsp:nvSpPr>
      <dsp:spPr>
        <a:xfrm>
          <a:off x="5029200" y="3768751"/>
          <a:ext cx="1676400" cy="8480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noProof="0" dirty="0"/>
            <a:t>Suporte a múltiplos formatos (XML, PDF, imagens)</a:t>
          </a:r>
        </a:p>
      </dsp:txBody>
      <dsp:txXfrm>
        <a:off x="5029200" y="3768751"/>
        <a:ext cx="1676400" cy="848095"/>
      </dsp:txXfrm>
    </dsp:sp>
    <dsp:sp modelId="{6C792636-AEBB-45C2-A053-75D52E4A81B6}">
      <dsp:nvSpPr>
        <dsp:cNvPr id="0" name=""/>
        <dsp:cNvSpPr/>
      </dsp:nvSpPr>
      <dsp:spPr>
        <a:xfrm rot="10800000">
          <a:off x="0" y="23508"/>
          <a:ext cx="6705600" cy="283558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0" i="0" kern="1200" noProof="0" dirty="0"/>
            <a:t>Objetivo: Automatizar extração, validação e análise de documentos fiscais brasileiros</a:t>
          </a:r>
          <a:endParaRPr lang="pt-BR" sz="3200" kern="1200" noProof="0" dirty="0"/>
        </a:p>
      </dsp:txBody>
      <dsp:txXfrm rot="10800000">
        <a:off x="0" y="23508"/>
        <a:ext cx="6705600" cy="18424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B1D2CD-E179-407F-A3F4-F282A5383FDE}">
      <dsp:nvSpPr>
        <dsp:cNvPr id="0" name=""/>
        <dsp:cNvSpPr/>
      </dsp:nvSpPr>
      <dsp:spPr>
        <a:xfrm>
          <a:off x="0" y="0"/>
          <a:ext cx="4242816" cy="995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noProof="0" dirty="0"/>
            <a:t>Interface: </a:t>
          </a:r>
          <a:r>
            <a:rPr lang="pt-BR" sz="1800" b="0" i="0" kern="1200" noProof="0" dirty="0" err="1"/>
            <a:t>Streamlit</a:t>
          </a:r>
          <a:r>
            <a:rPr lang="pt-BR" sz="1800" b="0" i="0" kern="1200" noProof="0" dirty="0"/>
            <a:t> - Interface web responsiva e interativa</a:t>
          </a:r>
          <a:endParaRPr lang="pt-BR" sz="1800" kern="1200" noProof="0" dirty="0"/>
        </a:p>
      </dsp:txBody>
      <dsp:txXfrm>
        <a:off x="29165" y="29165"/>
        <a:ext cx="3084147" cy="937451"/>
      </dsp:txXfrm>
    </dsp:sp>
    <dsp:sp modelId="{88D72B0D-55C8-442B-99EE-518301CB7791}">
      <dsp:nvSpPr>
        <dsp:cNvPr id="0" name=""/>
        <dsp:cNvSpPr/>
      </dsp:nvSpPr>
      <dsp:spPr>
        <a:xfrm>
          <a:off x="355335" y="1176832"/>
          <a:ext cx="4242816" cy="995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noProof="0" dirty="0"/>
            <a:t>Processamento: </a:t>
          </a:r>
          <a:r>
            <a:rPr lang="pt-BR" sz="1800" b="0" i="0" kern="1200" noProof="0" dirty="0" err="1"/>
            <a:t>Tesseract</a:t>
          </a:r>
          <a:r>
            <a:rPr lang="pt-BR" sz="1800" b="0" i="0" kern="1200" noProof="0" dirty="0"/>
            <a:t> OCR, pdf2image, </a:t>
          </a:r>
          <a:r>
            <a:rPr lang="pt-BR" sz="1800" b="0" i="0" kern="1200" noProof="0" dirty="0" err="1"/>
            <a:t>OpenCV</a:t>
          </a:r>
          <a:endParaRPr lang="pt-BR" sz="1800" kern="1200" noProof="0" dirty="0"/>
        </a:p>
      </dsp:txBody>
      <dsp:txXfrm>
        <a:off x="384500" y="1205997"/>
        <a:ext cx="3181892" cy="937451"/>
      </dsp:txXfrm>
    </dsp:sp>
    <dsp:sp modelId="{2B4A3D80-4E22-44DB-A2E5-6081DC1A9446}">
      <dsp:nvSpPr>
        <dsp:cNvPr id="0" name=""/>
        <dsp:cNvSpPr/>
      </dsp:nvSpPr>
      <dsp:spPr>
        <a:xfrm>
          <a:off x="705368" y="2353665"/>
          <a:ext cx="4242816" cy="995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noProof="0" dirty="0"/>
            <a:t>Inteligência: Google Gemini 2.5 Flash, </a:t>
          </a:r>
          <a:r>
            <a:rPr lang="pt-BR" sz="1800" b="0" i="0" kern="1200" noProof="0" dirty="0" err="1"/>
            <a:t>Pydantic</a:t>
          </a:r>
          <a:r>
            <a:rPr lang="pt-BR" sz="1800" b="0" i="0" kern="1200" noProof="0" dirty="0"/>
            <a:t>, </a:t>
          </a:r>
          <a:r>
            <a:rPr lang="pt-BR" sz="1800" b="0" i="0" kern="1200" noProof="0" dirty="0" err="1"/>
            <a:t>LangChain</a:t>
          </a:r>
          <a:endParaRPr lang="pt-BR" sz="1800" kern="1200" noProof="0" dirty="0"/>
        </a:p>
      </dsp:txBody>
      <dsp:txXfrm>
        <a:off x="734533" y="2382830"/>
        <a:ext cx="3187195" cy="937451"/>
      </dsp:txXfrm>
    </dsp:sp>
    <dsp:sp modelId="{66C04769-3EC1-4E85-821B-9E4715322C07}">
      <dsp:nvSpPr>
        <dsp:cNvPr id="0" name=""/>
        <dsp:cNvSpPr/>
      </dsp:nvSpPr>
      <dsp:spPr>
        <a:xfrm>
          <a:off x="1060704" y="3530498"/>
          <a:ext cx="4242816" cy="9957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noProof="0" dirty="0"/>
            <a:t>Visualização: </a:t>
          </a:r>
          <a:r>
            <a:rPr lang="pt-BR" sz="1800" b="0" i="0" kern="1200" noProof="0" dirty="0" err="1"/>
            <a:t>Plotly</a:t>
          </a:r>
          <a:r>
            <a:rPr lang="pt-BR" sz="1800" b="0" i="0" kern="1200" noProof="0" dirty="0"/>
            <a:t> Express, Pandas</a:t>
          </a:r>
          <a:endParaRPr lang="pt-BR" sz="1800" kern="1200" noProof="0" dirty="0"/>
        </a:p>
      </dsp:txBody>
      <dsp:txXfrm>
        <a:off x="1089869" y="3559663"/>
        <a:ext cx="3181892" cy="937451"/>
      </dsp:txXfrm>
    </dsp:sp>
    <dsp:sp modelId="{FA12E1C0-5482-41CA-B6BD-0536C5AAD8BD}">
      <dsp:nvSpPr>
        <dsp:cNvPr id="0" name=""/>
        <dsp:cNvSpPr/>
      </dsp:nvSpPr>
      <dsp:spPr>
        <a:xfrm>
          <a:off x="3595557" y="762678"/>
          <a:ext cx="647258" cy="647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900" kern="1200" noProof="0" dirty="0"/>
        </a:p>
      </dsp:txBody>
      <dsp:txXfrm>
        <a:off x="3741190" y="762678"/>
        <a:ext cx="355992" cy="487062"/>
      </dsp:txXfrm>
    </dsp:sp>
    <dsp:sp modelId="{D14911D9-7408-44B6-9A88-A00DE4C9770A}">
      <dsp:nvSpPr>
        <dsp:cNvPr id="0" name=""/>
        <dsp:cNvSpPr/>
      </dsp:nvSpPr>
      <dsp:spPr>
        <a:xfrm>
          <a:off x="3950893" y="1939510"/>
          <a:ext cx="647258" cy="647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900" kern="1200" noProof="0" dirty="0"/>
        </a:p>
      </dsp:txBody>
      <dsp:txXfrm>
        <a:off x="4096526" y="1939510"/>
        <a:ext cx="355992" cy="487062"/>
      </dsp:txXfrm>
    </dsp:sp>
    <dsp:sp modelId="{93FD477E-0CD8-4448-AF9E-B7D6B935008D}">
      <dsp:nvSpPr>
        <dsp:cNvPr id="0" name=""/>
        <dsp:cNvSpPr/>
      </dsp:nvSpPr>
      <dsp:spPr>
        <a:xfrm>
          <a:off x="4300926" y="3116343"/>
          <a:ext cx="647258" cy="647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900" kern="1200" noProof="0" dirty="0"/>
        </a:p>
      </dsp:txBody>
      <dsp:txXfrm>
        <a:off x="4446559" y="3116343"/>
        <a:ext cx="355992" cy="4870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04D2F5-E9FC-4467-B800-ECADF6541ADA}">
      <dsp:nvSpPr>
        <dsp:cNvPr id="0" name=""/>
        <dsp:cNvSpPr/>
      </dsp:nvSpPr>
      <dsp:spPr>
        <a:xfrm>
          <a:off x="713062" y="1326"/>
          <a:ext cx="1615581" cy="80779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Upload do arquivo XML</a:t>
          </a:r>
        </a:p>
      </dsp:txBody>
      <dsp:txXfrm>
        <a:off x="736721" y="24985"/>
        <a:ext cx="1568263" cy="760472"/>
      </dsp:txXfrm>
    </dsp:sp>
    <dsp:sp modelId="{7450BDC2-81C1-400A-9598-5378606CD4FE}">
      <dsp:nvSpPr>
        <dsp:cNvPr id="0" name=""/>
        <dsp:cNvSpPr/>
      </dsp:nvSpPr>
      <dsp:spPr>
        <a:xfrm>
          <a:off x="713062" y="930285"/>
          <a:ext cx="1615581" cy="80779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Remoção de </a:t>
          </a:r>
          <a:r>
            <a:rPr lang="pt-BR" sz="1300" kern="1200" noProof="0" dirty="0" err="1"/>
            <a:t>namespaces</a:t>
          </a:r>
          <a:r>
            <a:rPr lang="pt-BR" sz="1300" kern="1200" noProof="0" dirty="0"/>
            <a:t> e </a:t>
          </a:r>
          <a:r>
            <a:rPr lang="pt-BR" sz="1300" kern="1200" noProof="0" dirty="0" err="1"/>
            <a:t>parsing</a:t>
          </a:r>
          <a:r>
            <a:rPr lang="pt-BR" sz="1300" kern="1200" noProof="0" dirty="0"/>
            <a:t> com </a:t>
          </a:r>
          <a:r>
            <a:rPr lang="pt-BR" sz="1300" kern="1200" noProof="0" dirty="0" err="1"/>
            <a:t>ElementTree</a:t>
          </a:r>
          <a:endParaRPr lang="pt-BR" sz="1300" kern="1200" noProof="0" dirty="0"/>
        </a:p>
      </dsp:txBody>
      <dsp:txXfrm>
        <a:off x="736721" y="953944"/>
        <a:ext cx="1568263" cy="760472"/>
      </dsp:txXfrm>
    </dsp:sp>
    <dsp:sp modelId="{AF386B23-7B23-49AD-BE7B-A02945C2F2B3}">
      <dsp:nvSpPr>
        <dsp:cNvPr id="0" name=""/>
        <dsp:cNvSpPr/>
      </dsp:nvSpPr>
      <dsp:spPr>
        <a:xfrm>
          <a:off x="713062" y="1859244"/>
          <a:ext cx="1615581" cy="80779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Validação com </a:t>
          </a:r>
          <a:r>
            <a:rPr lang="pt-BR" sz="1300" kern="1200" noProof="0" dirty="0" err="1"/>
            <a:t>schema</a:t>
          </a:r>
          <a:r>
            <a:rPr lang="pt-BR" sz="1300" kern="1200" noProof="0" dirty="0"/>
            <a:t> </a:t>
          </a:r>
          <a:r>
            <a:rPr lang="pt-BR" sz="1300" kern="1200" noProof="0" dirty="0" err="1"/>
            <a:t>Pydantic</a:t>
          </a:r>
          <a:r>
            <a:rPr lang="pt-BR" sz="1300" kern="1200" noProof="0" dirty="0"/>
            <a:t> e renderização no dashboard</a:t>
          </a:r>
        </a:p>
      </dsp:txBody>
      <dsp:txXfrm>
        <a:off x="736721" y="1882903"/>
        <a:ext cx="1568263" cy="760472"/>
      </dsp:txXfrm>
    </dsp:sp>
    <dsp:sp modelId="{1117CB7B-8D3E-473D-856C-751303E7B379}">
      <dsp:nvSpPr>
        <dsp:cNvPr id="0" name=""/>
        <dsp:cNvSpPr/>
      </dsp:nvSpPr>
      <dsp:spPr>
        <a:xfrm>
          <a:off x="713062" y="2788203"/>
          <a:ext cx="1615581" cy="80779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Extração direta de campos estruturados</a:t>
          </a:r>
        </a:p>
      </dsp:txBody>
      <dsp:txXfrm>
        <a:off x="736721" y="2811862"/>
        <a:ext cx="1568263" cy="760472"/>
      </dsp:txXfrm>
    </dsp:sp>
    <dsp:sp modelId="{68F2D36C-60B1-4D70-8E59-7737CFDB7F12}">
      <dsp:nvSpPr>
        <dsp:cNvPr id="0" name=""/>
        <dsp:cNvSpPr/>
      </dsp:nvSpPr>
      <dsp:spPr>
        <a:xfrm rot="18289469">
          <a:off x="2085946" y="2711557"/>
          <a:ext cx="113162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31627" y="16062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3469" y="2699328"/>
        <a:ext cx="56581" cy="56581"/>
      </dsp:txXfrm>
    </dsp:sp>
    <dsp:sp modelId="{FA65EF27-7383-4615-BFAA-7B9B98598FE1}">
      <dsp:nvSpPr>
        <dsp:cNvPr id="0" name=""/>
        <dsp:cNvSpPr/>
      </dsp:nvSpPr>
      <dsp:spPr>
        <a:xfrm>
          <a:off x="2974876" y="1859244"/>
          <a:ext cx="1615581" cy="80779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Dados do emitente e destinatário</a:t>
          </a:r>
        </a:p>
      </dsp:txBody>
      <dsp:txXfrm>
        <a:off x="2998535" y="1882903"/>
        <a:ext cx="1568263" cy="760472"/>
      </dsp:txXfrm>
    </dsp:sp>
    <dsp:sp modelId="{B653DFFD-AD00-40E9-BFE8-E34E6EBB851B}">
      <dsp:nvSpPr>
        <dsp:cNvPr id="0" name=""/>
        <dsp:cNvSpPr/>
      </dsp:nvSpPr>
      <dsp:spPr>
        <a:xfrm>
          <a:off x="2328643" y="3176037"/>
          <a:ext cx="64623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646232" y="16062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35604" y="3175943"/>
        <a:ext cx="32311" cy="32311"/>
      </dsp:txXfrm>
    </dsp:sp>
    <dsp:sp modelId="{1FFACD06-F8EB-494C-85B6-98544B4068DD}">
      <dsp:nvSpPr>
        <dsp:cNvPr id="0" name=""/>
        <dsp:cNvSpPr/>
      </dsp:nvSpPr>
      <dsp:spPr>
        <a:xfrm>
          <a:off x="2974876" y="2788203"/>
          <a:ext cx="1615581" cy="80779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Itens com códigos CFOP e CST</a:t>
          </a:r>
        </a:p>
      </dsp:txBody>
      <dsp:txXfrm>
        <a:off x="2998535" y="2811862"/>
        <a:ext cx="1568263" cy="760472"/>
      </dsp:txXfrm>
    </dsp:sp>
    <dsp:sp modelId="{E876E3E8-6130-4DEC-BEC4-2C7963A20E04}">
      <dsp:nvSpPr>
        <dsp:cNvPr id="0" name=""/>
        <dsp:cNvSpPr/>
      </dsp:nvSpPr>
      <dsp:spPr>
        <a:xfrm rot="3310531">
          <a:off x="2085946" y="3640516"/>
          <a:ext cx="113162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31627" y="16062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3469" y="3628288"/>
        <a:ext cx="56581" cy="56581"/>
      </dsp:txXfrm>
    </dsp:sp>
    <dsp:sp modelId="{6BDF9D2D-CB17-455E-BC3B-D7DA5E1AFCDE}">
      <dsp:nvSpPr>
        <dsp:cNvPr id="0" name=""/>
        <dsp:cNvSpPr/>
      </dsp:nvSpPr>
      <dsp:spPr>
        <a:xfrm>
          <a:off x="2974876" y="3717163"/>
          <a:ext cx="1615581" cy="80779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noProof="0" dirty="0"/>
            <a:t>Totais de impostos (ICMS, IPI, PIS, COFINS)</a:t>
          </a:r>
        </a:p>
      </dsp:txBody>
      <dsp:txXfrm>
        <a:off x="2998535" y="3740822"/>
        <a:ext cx="1568263" cy="7604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ED816-9909-4363-88B9-F545D482422C}">
      <dsp:nvSpPr>
        <dsp:cNvPr id="0" name=""/>
        <dsp:cNvSpPr/>
      </dsp:nvSpPr>
      <dsp:spPr>
        <a:xfrm>
          <a:off x="0" y="47969"/>
          <a:ext cx="5303520" cy="5958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noProof="0" dirty="0"/>
            <a:t>Upload e conversão para imagem (se PDF)</a:t>
          </a:r>
          <a:endParaRPr lang="pt-BR" sz="1500" kern="1200" noProof="0" dirty="0"/>
        </a:p>
      </dsp:txBody>
      <dsp:txXfrm>
        <a:off x="29088" y="77057"/>
        <a:ext cx="5245344" cy="537701"/>
      </dsp:txXfrm>
    </dsp:sp>
    <dsp:sp modelId="{19CEE9A5-5BD2-4177-8EF7-AD1FD6B199E8}">
      <dsp:nvSpPr>
        <dsp:cNvPr id="0" name=""/>
        <dsp:cNvSpPr/>
      </dsp:nvSpPr>
      <dsp:spPr>
        <a:xfrm>
          <a:off x="0" y="687046"/>
          <a:ext cx="5303520" cy="5958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noProof="0" dirty="0"/>
            <a:t>OCR com </a:t>
          </a:r>
          <a:r>
            <a:rPr lang="pt-BR" sz="1500" b="0" i="0" kern="1200" noProof="0" dirty="0" err="1"/>
            <a:t>Tesseract</a:t>
          </a:r>
          <a:r>
            <a:rPr lang="pt-BR" sz="1500" b="0" i="0" kern="1200" noProof="0" dirty="0"/>
            <a:t> (otimizado para português)</a:t>
          </a:r>
          <a:endParaRPr lang="pt-BR" sz="1500" kern="1200" noProof="0" dirty="0"/>
        </a:p>
      </dsp:txBody>
      <dsp:txXfrm>
        <a:off x="29088" y="716134"/>
        <a:ext cx="5245344" cy="537701"/>
      </dsp:txXfrm>
    </dsp:sp>
    <dsp:sp modelId="{D6AE5C0D-E54F-4C3E-96CF-457BF091526E}">
      <dsp:nvSpPr>
        <dsp:cNvPr id="0" name=""/>
        <dsp:cNvSpPr/>
      </dsp:nvSpPr>
      <dsp:spPr>
        <a:xfrm>
          <a:off x="0" y="1326123"/>
          <a:ext cx="5303520" cy="5958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noProof="0" dirty="0"/>
            <a:t>Envio do texto bruto para Google Gemini com prompt especializado</a:t>
          </a:r>
          <a:endParaRPr lang="pt-BR" sz="1500" kern="1200" noProof="0" dirty="0"/>
        </a:p>
      </dsp:txBody>
      <dsp:txXfrm>
        <a:off x="29088" y="1355211"/>
        <a:ext cx="5245344" cy="537701"/>
      </dsp:txXfrm>
    </dsp:sp>
    <dsp:sp modelId="{BEDEEE2D-ED58-46EF-8A06-EDB10A44F321}">
      <dsp:nvSpPr>
        <dsp:cNvPr id="0" name=""/>
        <dsp:cNvSpPr/>
      </dsp:nvSpPr>
      <dsp:spPr>
        <a:xfrm>
          <a:off x="0" y="1965201"/>
          <a:ext cx="5303520" cy="5958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noProof="0" dirty="0"/>
            <a:t>LLM extrai dados estruturados em formato JSON</a:t>
          </a:r>
          <a:endParaRPr lang="pt-BR" sz="1500" kern="1200" noProof="0" dirty="0"/>
        </a:p>
      </dsp:txBody>
      <dsp:txXfrm>
        <a:off x="29088" y="1994289"/>
        <a:ext cx="5245344" cy="537701"/>
      </dsp:txXfrm>
    </dsp:sp>
    <dsp:sp modelId="{80207690-C38A-45D0-ABB5-DBD62D4BC691}">
      <dsp:nvSpPr>
        <dsp:cNvPr id="0" name=""/>
        <dsp:cNvSpPr/>
      </dsp:nvSpPr>
      <dsp:spPr>
        <a:xfrm>
          <a:off x="0" y="2604278"/>
          <a:ext cx="5303520" cy="5958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noProof="0" dirty="0"/>
            <a:t>Validação </a:t>
          </a:r>
          <a:r>
            <a:rPr lang="pt-BR" sz="1500" b="0" i="0" kern="1200" noProof="0" dirty="0" err="1"/>
            <a:t>Pydantic</a:t>
          </a:r>
          <a:r>
            <a:rPr lang="pt-BR" sz="1500" b="0" i="0" kern="1200" noProof="0" dirty="0"/>
            <a:t> do JSON retornado</a:t>
          </a:r>
          <a:endParaRPr lang="pt-BR" sz="1500" kern="1200" noProof="0" dirty="0"/>
        </a:p>
      </dsp:txBody>
      <dsp:txXfrm>
        <a:off x="29088" y="2633366"/>
        <a:ext cx="5245344" cy="537701"/>
      </dsp:txXfrm>
    </dsp:sp>
    <dsp:sp modelId="{238095C5-1F55-465B-829A-C86133760ABA}">
      <dsp:nvSpPr>
        <dsp:cNvPr id="0" name=""/>
        <dsp:cNvSpPr/>
      </dsp:nvSpPr>
      <dsp:spPr>
        <a:xfrm>
          <a:off x="0" y="3243356"/>
          <a:ext cx="5303520" cy="5958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noProof="0" dirty="0"/>
            <a:t>Enriquecimento com </a:t>
          </a:r>
          <a:r>
            <a:rPr lang="pt-BR" sz="1500" b="0" i="0" kern="1200" noProof="0" dirty="0" err="1"/>
            <a:t>regex</a:t>
          </a:r>
          <a:r>
            <a:rPr lang="pt-BR" sz="1500" b="0" i="0" kern="1200" noProof="0" dirty="0"/>
            <a:t> e auditoria de consistência</a:t>
          </a:r>
          <a:endParaRPr lang="pt-BR" sz="1500" kern="1200" noProof="0" dirty="0"/>
        </a:p>
      </dsp:txBody>
      <dsp:txXfrm>
        <a:off x="29088" y="3272444"/>
        <a:ext cx="5245344" cy="537701"/>
      </dsp:txXfrm>
    </dsp:sp>
    <dsp:sp modelId="{BFC7A33A-6F8A-40F7-8782-C306A5DBBC4E}">
      <dsp:nvSpPr>
        <dsp:cNvPr id="0" name=""/>
        <dsp:cNvSpPr/>
      </dsp:nvSpPr>
      <dsp:spPr>
        <a:xfrm>
          <a:off x="0" y="3882433"/>
          <a:ext cx="5303520" cy="5958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0" i="0" kern="1200" noProof="0" dirty="0"/>
            <a:t>Renderização no dashboard com alertas de qualidade</a:t>
          </a:r>
          <a:endParaRPr lang="pt-BR" sz="1500" kern="1200" noProof="0" dirty="0"/>
        </a:p>
      </dsp:txBody>
      <dsp:txXfrm>
        <a:off x="29088" y="3911521"/>
        <a:ext cx="5245344" cy="5377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64F5F-C540-472B-9B74-9A7C3EFC9588}">
      <dsp:nvSpPr>
        <dsp:cNvPr id="0" name=""/>
        <dsp:cNvSpPr/>
      </dsp:nvSpPr>
      <dsp:spPr>
        <a:xfrm>
          <a:off x="0" y="331739"/>
          <a:ext cx="5303520" cy="415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12" tIns="416560" rIns="411612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noProof="0" dirty="0"/>
            <a:t>Tenta uma correção ortográfica contextual de erros de OCR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noProof="0" dirty="0"/>
            <a:t>Tratamento de 'CONSUMIDOR NÃO INFORMADO' em cupons fiscais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noProof="0" dirty="0"/>
            <a:t>Conversão de formato brasileiro (1.234,56) para </a:t>
          </a:r>
          <a:r>
            <a:rPr lang="pt-BR" sz="2000" kern="1200" noProof="0" dirty="0" err="1"/>
            <a:t>float</a:t>
          </a:r>
          <a:r>
            <a:rPr lang="pt-BR" sz="2000" kern="1200" noProof="0" dirty="0"/>
            <a:t> (1234.56)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noProof="0" dirty="0"/>
            <a:t>Padronização de datas para DD-MM-AAAA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noProof="0" dirty="0"/>
            <a:t>Extração precisa de chave de acesso (44 dígitos)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b="0" i="0" kern="1200" noProof="0" dirty="0"/>
            <a:t>Temperatura: 0.1 (baixa criatividade, alta precisão)</a:t>
          </a:r>
          <a:endParaRPr lang="pt-BR" sz="2000" kern="1200" noProof="0" dirty="0"/>
        </a:p>
      </dsp:txBody>
      <dsp:txXfrm>
        <a:off x="0" y="331739"/>
        <a:ext cx="5303520" cy="4158000"/>
      </dsp:txXfrm>
    </dsp:sp>
    <dsp:sp modelId="{491BA467-2515-42CE-B307-72375DCB8DB8}">
      <dsp:nvSpPr>
        <dsp:cNvPr id="0" name=""/>
        <dsp:cNvSpPr/>
      </dsp:nvSpPr>
      <dsp:spPr>
        <a:xfrm>
          <a:off x="265176" y="36539"/>
          <a:ext cx="3712464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2" tIns="0" rIns="14032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0" i="0" kern="1200" noProof="0" dirty="0"/>
            <a:t>Regras Críticas Implementadas:</a:t>
          </a:r>
          <a:endParaRPr lang="pt-BR" sz="2000" kern="1200" noProof="0" dirty="0"/>
        </a:p>
      </dsp:txBody>
      <dsp:txXfrm>
        <a:off x="293997" y="65360"/>
        <a:ext cx="3654822" cy="5327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6C66B-1250-4C7A-A23D-93EC1BF3C777}">
      <dsp:nvSpPr>
        <dsp:cNvPr id="0" name=""/>
        <dsp:cNvSpPr/>
      </dsp:nvSpPr>
      <dsp:spPr>
        <a:xfrm>
          <a:off x="0" y="63603"/>
          <a:ext cx="530352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noProof="0" dirty="0"/>
            <a:t>Campos Principais:</a:t>
          </a:r>
        </a:p>
      </dsp:txBody>
      <dsp:txXfrm>
        <a:off x="24588" y="88191"/>
        <a:ext cx="5254344" cy="454509"/>
      </dsp:txXfrm>
    </dsp:sp>
    <dsp:sp modelId="{9514DCE9-0D6D-4BFA-9183-90B3C892ED65}">
      <dsp:nvSpPr>
        <dsp:cNvPr id="0" name=""/>
        <dsp:cNvSpPr/>
      </dsp:nvSpPr>
      <dsp:spPr>
        <a:xfrm>
          <a:off x="0" y="567288"/>
          <a:ext cx="5303520" cy="4999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38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noProof="0" dirty="0" err="1"/>
            <a:t>numero_controle</a:t>
          </a:r>
          <a:r>
            <a:rPr lang="pt-BR" sz="1600" kern="1200" noProof="0" dirty="0"/>
            <a:t>, </a:t>
          </a:r>
          <a:r>
            <a:rPr lang="pt-BR" sz="1600" kern="1200" noProof="0" dirty="0" err="1"/>
            <a:t>modelo_documento</a:t>
          </a:r>
          <a:r>
            <a:rPr lang="pt-BR" sz="1600" kern="1200" noProof="0" dirty="0"/>
            <a:t>, </a:t>
          </a:r>
          <a:r>
            <a:rPr lang="pt-BR" sz="1600" kern="1200" noProof="0" dirty="0" err="1"/>
            <a:t>data_emissao</a:t>
          </a:r>
          <a:r>
            <a:rPr lang="pt-BR" sz="1600" kern="1200" noProof="0" dirty="0"/>
            <a:t>, </a:t>
          </a:r>
          <a:r>
            <a:rPr lang="pt-BR" sz="1600" kern="1200" noProof="0" dirty="0" err="1"/>
            <a:t>valor_total_nota</a:t>
          </a:r>
          <a:endParaRPr lang="pt-BR" sz="1600" kern="1200" noProof="0" dirty="0"/>
        </a:p>
      </dsp:txBody>
      <dsp:txXfrm>
        <a:off x="0" y="567288"/>
        <a:ext cx="5303520" cy="499904"/>
      </dsp:txXfrm>
    </dsp:sp>
    <dsp:sp modelId="{F3FF970B-952B-4D28-A293-26CF67AC15FA}">
      <dsp:nvSpPr>
        <dsp:cNvPr id="0" name=""/>
        <dsp:cNvSpPr/>
      </dsp:nvSpPr>
      <dsp:spPr>
        <a:xfrm>
          <a:off x="0" y="1067193"/>
          <a:ext cx="530352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noProof="0" dirty="0" err="1"/>
            <a:t>Sub-estruturas</a:t>
          </a:r>
          <a:r>
            <a:rPr lang="pt-BR" sz="2100" kern="1200" noProof="0" dirty="0"/>
            <a:t>:</a:t>
          </a:r>
        </a:p>
      </dsp:txBody>
      <dsp:txXfrm>
        <a:off x="24588" y="1091781"/>
        <a:ext cx="5254344" cy="454509"/>
      </dsp:txXfrm>
    </dsp:sp>
    <dsp:sp modelId="{CEEF6AC3-2C77-4C06-BCDC-F754DB31BF78}">
      <dsp:nvSpPr>
        <dsp:cNvPr id="0" name=""/>
        <dsp:cNvSpPr/>
      </dsp:nvSpPr>
      <dsp:spPr>
        <a:xfrm>
          <a:off x="0" y="1570878"/>
          <a:ext cx="5303520" cy="1521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38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noProof="0" dirty="0"/>
            <a:t>Participante (Remetente/Receptor) - CNPJ/CPF, nome, endereço, IE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noProof="0" dirty="0" err="1"/>
            <a:t>TotaisValores</a:t>
          </a:r>
          <a:r>
            <a:rPr lang="pt-BR" sz="1600" kern="1200" noProof="0" dirty="0"/>
            <a:t> - Base de cálculo, ICMS, IPI, PIS, COFINS, despesas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noProof="0" dirty="0" err="1"/>
            <a:t>ItemDocumento</a:t>
          </a:r>
          <a:r>
            <a:rPr lang="pt-BR" sz="1600" kern="1200" noProof="0" dirty="0"/>
            <a:t> - Descrição, quantidade, valores, CFOP, CST, taxas</a:t>
          </a:r>
        </a:p>
      </dsp:txBody>
      <dsp:txXfrm>
        <a:off x="0" y="1570878"/>
        <a:ext cx="5303520" cy="1521450"/>
      </dsp:txXfrm>
    </dsp:sp>
    <dsp:sp modelId="{BD14E089-0AA4-41EC-B08A-8C4E86AF408B}">
      <dsp:nvSpPr>
        <dsp:cNvPr id="0" name=""/>
        <dsp:cNvSpPr/>
      </dsp:nvSpPr>
      <dsp:spPr>
        <a:xfrm>
          <a:off x="0" y="3092328"/>
          <a:ext cx="530352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noProof="0" dirty="0"/>
            <a:t>Benefício:</a:t>
          </a:r>
        </a:p>
      </dsp:txBody>
      <dsp:txXfrm>
        <a:off x="24588" y="3116916"/>
        <a:ext cx="5254344" cy="454509"/>
      </dsp:txXfrm>
    </dsp:sp>
    <dsp:sp modelId="{CDA242B8-E9B1-40E2-AA24-F5EDCD419489}">
      <dsp:nvSpPr>
        <dsp:cNvPr id="0" name=""/>
        <dsp:cNvSpPr/>
      </dsp:nvSpPr>
      <dsp:spPr>
        <a:xfrm>
          <a:off x="0" y="3596013"/>
          <a:ext cx="5303520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38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noProof="0" dirty="0"/>
            <a:t>Validação automática de i</a:t>
          </a:r>
          <a:r>
            <a:rPr lang="pt-BR" sz="1600" b="0" i="0" kern="1200" noProof="0" dirty="0"/>
            <a:t>nconsistências </a:t>
          </a:r>
          <a:endParaRPr lang="pt-BR" sz="1600" kern="1200" noProof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kern="1200" noProof="0" dirty="0"/>
            <a:t>Preenchimento de campos obrigatórios</a:t>
          </a:r>
        </a:p>
      </dsp:txBody>
      <dsp:txXfrm>
        <a:off x="0" y="3596013"/>
        <a:ext cx="5303520" cy="5542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45A357-AAC1-43AC-829F-4597A59DFA9D}">
      <dsp:nvSpPr>
        <dsp:cNvPr id="0" name=""/>
        <dsp:cNvSpPr/>
      </dsp:nvSpPr>
      <dsp:spPr>
        <a:xfrm>
          <a:off x="0" y="3407170"/>
          <a:ext cx="5303520" cy="11183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/>
            <a:t>Verificação de Qualidade: Checagem de campos críticos</a:t>
          </a:r>
          <a:endParaRPr lang="en-US" sz="2100" kern="1200"/>
        </a:p>
      </dsp:txBody>
      <dsp:txXfrm>
        <a:off x="0" y="3407170"/>
        <a:ext cx="5303520" cy="1118309"/>
      </dsp:txXfrm>
    </dsp:sp>
    <dsp:sp modelId="{D84A7EFB-7FA8-4729-B47F-ED72D6C57FC7}">
      <dsp:nvSpPr>
        <dsp:cNvPr id="0" name=""/>
        <dsp:cNvSpPr/>
      </dsp:nvSpPr>
      <dsp:spPr>
        <a:xfrm rot="10800000">
          <a:off x="0" y="1703985"/>
          <a:ext cx="5303520" cy="171995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/>
            <a:t>Enriquecimento com Regex:</a:t>
          </a:r>
          <a:endParaRPr lang="en-US" sz="2100" kern="1200"/>
        </a:p>
      </dsp:txBody>
      <dsp:txXfrm rot="-10800000">
        <a:off x="0" y="1703985"/>
        <a:ext cx="5303520" cy="603705"/>
      </dsp:txXfrm>
    </dsp:sp>
    <dsp:sp modelId="{7CABDA87-EBDC-469F-8982-24EE828B1430}">
      <dsp:nvSpPr>
        <dsp:cNvPr id="0" name=""/>
        <dsp:cNvSpPr/>
      </dsp:nvSpPr>
      <dsp:spPr>
        <a:xfrm>
          <a:off x="0" y="2307691"/>
          <a:ext cx="2651759" cy="5142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Busca de códigos CFOP (4 dígitos) não extraídos pelo LLM</a:t>
          </a:r>
          <a:endParaRPr lang="en-US" sz="1500" kern="1200"/>
        </a:p>
      </dsp:txBody>
      <dsp:txXfrm>
        <a:off x="0" y="2307691"/>
        <a:ext cx="2651759" cy="514268"/>
      </dsp:txXfrm>
    </dsp:sp>
    <dsp:sp modelId="{C3C6FA5F-498B-4C7A-9610-77C96BF87CC3}">
      <dsp:nvSpPr>
        <dsp:cNvPr id="0" name=""/>
        <dsp:cNvSpPr/>
      </dsp:nvSpPr>
      <dsp:spPr>
        <a:xfrm>
          <a:off x="2651760" y="2307691"/>
          <a:ext cx="2651759" cy="5142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Identificação de CST/CSOSN (2-3 dígitos) faltantes</a:t>
          </a:r>
          <a:endParaRPr lang="en-US" sz="1500" kern="1200"/>
        </a:p>
      </dsp:txBody>
      <dsp:txXfrm>
        <a:off x="2651760" y="2307691"/>
        <a:ext cx="2651759" cy="514268"/>
      </dsp:txXfrm>
    </dsp:sp>
    <dsp:sp modelId="{BF553A16-676F-4BD0-9290-4ECB283986F2}">
      <dsp:nvSpPr>
        <dsp:cNvPr id="0" name=""/>
        <dsp:cNvSpPr/>
      </dsp:nvSpPr>
      <dsp:spPr>
        <a:xfrm rot="10800000">
          <a:off x="0" y="800"/>
          <a:ext cx="5303520" cy="171995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dirty="0"/>
            <a:t>Validação de Consistência:</a:t>
          </a:r>
          <a:endParaRPr lang="en-US" sz="2100" kern="1200" dirty="0"/>
        </a:p>
      </dsp:txBody>
      <dsp:txXfrm rot="-10800000">
        <a:off x="0" y="800"/>
        <a:ext cx="5303520" cy="603705"/>
      </dsp:txXfrm>
    </dsp:sp>
    <dsp:sp modelId="{EC05043A-9C29-44E9-A246-213B530FCDD5}">
      <dsp:nvSpPr>
        <dsp:cNvPr id="0" name=""/>
        <dsp:cNvSpPr/>
      </dsp:nvSpPr>
      <dsp:spPr>
        <a:xfrm>
          <a:off x="0" y="604505"/>
          <a:ext cx="2651759" cy="5142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Comparação entre soma dos itens e valor total da nota</a:t>
          </a:r>
          <a:endParaRPr lang="en-US" sz="1500" kern="1200"/>
        </a:p>
      </dsp:txBody>
      <dsp:txXfrm>
        <a:off x="0" y="604505"/>
        <a:ext cx="2651759" cy="514268"/>
      </dsp:txXfrm>
    </dsp:sp>
    <dsp:sp modelId="{954D0113-E843-4459-978A-6B7A6ADB9716}">
      <dsp:nvSpPr>
        <dsp:cNvPr id="0" name=""/>
        <dsp:cNvSpPr/>
      </dsp:nvSpPr>
      <dsp:spPr>
        <a:xfrm>
          <a:off x="2651760" y="604505"/>
          <a:ext cx="2651759" cy="5142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Tolerância de R$ 0,01 para diferenças de arredondamento</a:t>
          </a:r>
          <a:endParaRPr lang="en-US" sz="1500" kern="1200"/>
        </a:p>
      </dsp:txBody>
      <dsp:txXfrm>
        <a:off x="2651760" y="604505"/>
        <a:ext cx="2651759" cy="51426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927FE-76E1-4A01-A6D9-83FD88203E7A}">
      <dsp:nvSpPr>
        <dsp:cNvPr id="0" name=""/>
        <dsp:cNvSpPr/>
      </dsp:nvSpPr>
      <dsp:spPr>
        <a:xfrm>
          <a:off x="0" y="2731849"/>
          <a:ext cx="5303520" cy="17923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/>
            <a:t>Seções do Dashboard:</a:t>
          </a:r>
          <a:endParaRPr lang="en-US" sz="1900" kern="1200"/>
        </a:p>
      </dsp:txBody>
      <dsp:txXfrm>
        <a:off x="0" y="2731849"/>
        <a:ext cx="5303520" cy="967890"/>
      </dsp:txXfrm>
    </dsp:sp>
    <dsp:sp modelId="{753EFC84-4896-45EB-8CF8-71FBE0439723}">
      <dsp:nvSpPr>
        <dsp:cNvPr id="0" name=""/>
        <dsp:cNvSpPr/>
      </dsp:nvSpPr>
      <dsp:spPr>
        <a:xfrm>
          <a:off x="0" y="3663892"/>
          <a:ext cx="1325879" cy="82449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Informações gerais (data, modelo, natureza da operação)</a:t>
          </a:r>
          <a:endParaRPr lang="en-US" sz="1200" kern="1200"/>
        </a:p>
      </dsp:txBody>
      <dsp:txXfrm>
        <a:off x="0" y="3663892"/>
        <a:ext cx="1325879" cy="824499"/>
      </dsp:txXfrm>
    </dsp:sp>
    <dsp:sp modelId="{3549FF55-9B38-45F7-A0C5-16313BF55695}">
      <dsp:nvSpPr>
        <dsp:cNvPr id="0" name=""/>
        <dsp:cNvSpPr/>
      </dsp:nvSpPr>
      <dsp:spPr>
        <a:xfrm>
          <a:off x="1325880" y="3663892"/>
          <a:ext cx="1325879" cy="82449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Detalhes de remetente e receptor (expansíveis)</a:t>
          </a:r>
          <a:endParaRPr lang="en-US" sz="1200" kern="1200"/>
        </a:p>
      </dsp:txBody>
      <dsp:txXfrm>
        <a:off x="1325880" y="3663892"/>
        <a:ext cx="1325879" cy="824499"/>
      </dsp:txXfrm>
    </dsp:sp>
    <dsp:sp modelId="{42FF7150-C1D9-4DDA-AD2C-DC5ACF28705C}">
      <dsp:nvSpPr>
        <dsp:cNvPr id="0" name=""/>
        <dsp:cNvSpPr/>
      </dsp:nvSpPr>
      <dsp:spPr>
        <a:xfrm>
          <a:off x="2651760" y="3663892"/>
          <a:ext cx="1325879" cy="82449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Tabela completa de itens com formatação brasileira</a:t>
          </a:r>
          <a:endParaRPr lang="en-US" sz="1200" kern="1200"/>
        </a:p>
      </dsp:txBody>
      <dsp:txXfrm>
        <a:off x="2651760" y="3663892"/>
        <a:ext cx="1325879" cy="824499"/>
      </dsp:txXfrm>
    </dsp:sp>
    <dsp:sp modelId="{B303AC4E-666E-40C0-93F5-792117EA2AAE}">
      <dsp:nvSpPr>
        <dsp:cNvPr id="0" name=""/>
        <dsp:cNvSpPr/>
      </dsp:nvSpPr>
      <dsp:spPr>
        <a:xfrm>
          <a:off x="3977640" y="3663892"/>
          <a:ext cx="1325879" cy="82449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Gráficos analíticos interativos (Plotly)</a:t>
          </a:r>
          <a:endParaRPr lang="en-US" sz="1200" kern="1200"/>
        </a:p>
      </dsp:txBody>
      <dsp:txXfrm>
        <a:off x="3977640" y="3663892"/>
        <a:ext cx="1325879" cy="824499"/>
      </dsp:txXfrm>
    </dsp:sp>
    <dsp:sp modelId="{D5BCF4CE-8597-486A-86DD-EE64503B5105}">
      <dsp:nvSpPr>
        <dsp:cNvPr id="0" name=""/>
        <dsp:cNvSpPr/>
      </dsp:nvSpPr>
      <dsp:spPr>
        <a:xfrm rot="10800000">
          <a:off x="0" y="2041"/>
          <a:ext cx="5303520" cy="2756694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/>
            <a:t>KPIs (</a:t>
          </a:r>
          <a:r>
            <a:rPr lang="pt-BR" sz="1900" b="1" i="0" kern="1200"/>
            <a:t>Key Performance Indicator</a:t>
          </a:r>
          <a:r>
            <a:rPr lang="pt-BR" sz="1900" b="0" i="0" kern="1200"/>
            <a:t>, ou </a:t>
          </a:r>
          <a:r>
            <a:rPr lang="pt-BR" sz="1900" b="1" i="0" kern="1200"/>
            <a:t>Indicadores-Chave de Desempenho</a:t>
          </a:r>
          <a:r>
            <a:rPr lang="pt-BR" sz="1900" b="0" i="0" kern="1200"/>
            <a:t>)Principais:</a:t>
          </a:r>
          <a:endParaRPr lang="en-US" sz="1900" kern="1200"/>
        </a:p>
      </dsp:txBody>
      <dsp:txXfrm rot="-10800000">
        <a:off x="0" y="2041"/>
        <a:ext cx="5303520" cy="967599"/>
      </dsp:txXfrm>
    </dsp:sp>
    <dsp:sp modelId="{927C930F-370E-4FA4-99F9-230CC2EA6C24}">
      <dsp:nvSpPr>
        <dsp:cNvPr id="0" name=""/>
        <dsp:cNvSpPr/>
      </dsp:nvSpPr>
      <dsp:spPr>
        <a:xfrm>
          <a:off x="0" y="969640"/>
          <a:ext cx="5303520" cy="824251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/>
            <a:t>Valor Total, Número de Itens, Total de Impostos, Valor de Taxas</a:t>
          </a:r>
          <a:endParaRPr lang="en-US" sz="1200" kern="1200"/>
        </a:p>
      </dsp:txBody>
      <dsp:txXfrm>
        <a:off x="0" y="969640"/>
        <a:ext cx="5303520" cy="82425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B52B23-483C-4F0A-84C8-635F402D5DF1}">
      <dsp:nvSpPr>
        <dsp:cNvPr id="0" name=""/>
        <dsp:cNvSpPr/>
      </dsp:nvSpPr>
      <dsp:spPr>
        <a:xfrm>
          <a:off x="0" y="2762"/>
          <a:ext cx="5303520" cy="12916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AF949E-8F97-4FFB-A8A3-16758D6F3975}">
      <dsp:nvSpPr>
        <dsp:cNvPr id="0" name=""/>
        <dsp:cNvSpPr/>
      </dsp:nvSpPr>
      <dsp:spPr>
        <a:xfrm>
          <a:off x="390722" y="293382"/>
          <a:ext cx="710404" cy="7104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52F87-DE38-4F68-8515-E1B336FCBF36}">
      <dsp:nvSpPr>
        <dsp:cNvPr id="0" name=""/>
        <dsp:cNvSpPr/>
      </dsp:nvSpPr>
      <dsp:spPr>
        <a:xfrm>
          <a:off x="1491849" y="2762"/>
          <a:ext cx="2386584" cy="1291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99" tIns="136699" rIns="136699" bIns="13669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0" i="0" kern="1200"/>
            <a:t>1. Valor por Código de Operação (CFOP)</a:t>
          </a:r>
          <a:endParaRPr lang="en-US" sz="2300" kern="1200"/>
        </a:p>
      </dsp:txBody>
      <dsp:txXfrm>
        <a:off x="1491849" y="2762"/>
        <a:ext cx="2386584" cy="1291644"/>
      </dsp:txXfrm>
    </dsp:sp>
    <dsp:sp modelId="{EB0B7ABE-D56E-4E9A-89A6-ABBE309AFE65}">
      <dsp:nvSpPr>
        <dsp:cNvPr id="0" name=""/>
        <dsp:cNvSpPr/>
      </dsp:nvSpPr>
      <dsp:spPr>
        <a:xfrm>
          <a:off x="3878433" y="2762"/>
          <a:ext cx="1423628" cy="1291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99" tIns="136699" rIns="136699" bIns="136699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Gráfico de barras agrupando itens por CFOP</a:t>
          </a:r>
          <a:endParaRPr lang="en-US" sz="1100" kern="1200"/>
        </a:p>
      </dsp:txBody>
      <dsp:txXfrm>
        <a:off x="3878433" y="2762"/>
        <a:ext cx="1423628" cy="1291644"/>
      </dsp:txXfrm>
    </dsp:sp>
    <dsp:sp modelId="{A235F734-3039-43AA-9218-B33C828715BB}">
      <dsp:nvSpPr>
        <dsp:cNvPr id="0" name=""/>
        <dsp:cNvSpPr/>
      </dsp:nvSpPr>
      <dsp:spPr>
        <a:xfrm>
          <a:off x="0" y="1617317"/>
          <a:ext cx="5303520" cy="12916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57EEA-BC08-4E86-996A-14F70071676C}">
      <dsp:nvSpPr>
        <dsp:cNvPr id="0" name=""/>
        <dsp:cNvSpPr/>
      </dsp:nvSpPr>
      <dsp:spPr>
        <a:xfrm>
          <a:off x="390722" y="1907937"/>
          <a:ext cx="710404" cy="7104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8BEFF-D537-485A-A1E9-5BE54D69E197}">
      <dsp:nvSpPr>
        <dsp:cNvPr id="0" name=""/>
        <dsp:cNvSpPr/>
      </dsp:nvSpPr>
      <dsp:spPr>
        <a:xfrm>
          <a:off x="1491849" y="1617317"/>
          <a:ext cx="2386584" cy="1291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99" tIns="136699" rIns="136699" bIns="13669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0" i="0" kern="1200"/>
            <a:t>2. Composição do Valor Total</a:t>
          </a:r>
          <a:endParaRPr lang="en-US" sz="2300" kern="1200"/>
        </a:p>
      </dsp:txBody>
      <dsp:txXfrm>
        <a:off x="1491849" y="1617317"/>
        <a:ext cx="2386584" cy="1291644"/>
      </dsp:txXfrm>
    </dsp:sp>
    <dsp:sp modelId="{BDA4B476-6E81-4D30-B310-B8F09A1984F8}">
      <dsp:nvSpPr>
        <dsp:cNvPr id="0" name=""/>
        <dsp:cNvSpPr/>
      </dsp:nvSpPr>
      <dsp:spPr>
        <a:xfrm>
          <a:off x="3878433" y="1617317"/>
          <a:ext cx="1423628" cy="1291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99" tIns="136699" rIns="136699" bIns="136699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Gráfico de rosquinha (donut chart)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Proporção entre produtos, impostos e despesas acessórias</a:t>
          </a:r>
          <a:endParaRPr lang="en-US" sz="1100" kern="1200"/>
        </a:p>
      </dsp:txBody>
      <dsp:txXfrm>
        <a:off x="3878433" y="1617317"/>
        <a:ext cx="1423628" cy="1291644"/>
      </dsp:txXfrm>
    </dsp:sp>
    <dsp:sp modelId="{D5F840D6-B088-4A96-BA29-3D63BE30F8E2}">
      <dsp:nvSpPr>
        <dsp:cNvPr id="0" name=""/>
        <dsp:cNvSpPr/>
      </dsp:nvSpPr>
      <dsp:spPr>
        <a:xfrm>
          <a:off x="0" y="3231873"/>
          <a:ext cx="5303520" cy="12916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5F9C6B-7ECD-421C-9950-F728D03B3DF4}">
      <dsp:nvSpPr>
        <dsp:cNvPr id="0" name=""/>
        <dsp:cNvSpPr/>
      </dsp:nvSpPr>
      <dsp:spPr>
        <a:xfrm>
          <a:off x="390722" y="3522493"/>
          <a:ext cx="710404" cy="7104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7FD73-ABDA-4E22-9BF0-93A8D3EDD6F3}">
      <dsp:nvSpPr>
        <dsp:cNvPr id="0" name=""/>
        <dsp:cNvSpPr/>
      </dsp:nvSpPr>
      <dsp:spPr>
        <a:xfrm>
          <a:off x="1491849" y="3231873"/>
          <a:ext cx="2386584" cy="1291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99" tIns="136699" rIns="136699" bIns="13669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0" i="0" kern="1200"/>
            <a:t>3. Top 10 Produtos por Valor</a:t>
          </a:r>
          <a:endParaRPr lang="en-US" sz="2300" kern="1200"/>
        </a:p>
      </dsp:txBody>
      <dsp:txXfrm>
        <a:off x="1491849" y="3231873"/>
        <a:ext cx="2386584" cy="1291644"/>
      </dsp:txXfrm>
    </dsp:sp>
    <dsp:sp modelId="{6345219A-111B-4CFB-8779-C07ADB75B386}">
      <dsp:nvSpPr>
        <dsp:cNvPr id="0" name=""/>
        <dsp:cNvSpPr/>
      </dsp:nvSpPr>
      <dsp:spPr>
        <a:xfrm>
          <a:off x="3878433" y="3231873"/>
          <a:ext cx="1423628" cy="12916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99" tIns="136699" rIns="136699" bIns="136699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Gráfico de barras horizontal - Ranking dos itens mais valiosos</a:t>
          </a:r>
          <a:endParaRPr lang="en-US" sz="1100" kern="1200"/>
        </a:p>
      </dsp:txBody>
      <dsp:txXfrm>
        <a:off x="3878433" y="3231873"/>
        <a:ext cx="1423628" cy="129164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8D453E-9D01-420D-892E-A0A1DE84CCF6}">
      <dsp:nvSpPr>
        <dsp:cNvPr id="0" name=""/>
        <dsp:cNvSpPr/>
      </dsp:nvSpPr>
      <dsp:spPr>
        <a:xfrm>
          <a:off x="0" y="4086"/>
          <a:ext cx="5303520" cy="9511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1E96EF-AB44-414A-9B74-3DFB89FD65FB}">
      <dsp:nvSpPr>
        <dsp:cNvPr id="0" name=""/>
        <dsp:cNvSpPr/>
      </dsp:nvSpPr>
      <dsp:spPr>
        <a:xfrm>
          <a:off x="287732" y="218102"/>
          <a:ext cx="523149" cy="5231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190ED-FC83-45C4-B656-866C434AA85A}">
      <dsp:nvSpPr>
        <dsp:cNvPr id="0" name=""/>
        <dsp:cNvSpPr/>
      </dsp:nvSpPr>
      <dsp:spPr>
        <a:xfrm>
          <a:off x="1098613" y="4086"/>
          <a:ext cx="4203832" cy="95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667" tIns="100667" rIns="100667" bIns="10066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Edição Manual: Interface para correção de valores não extraídos</a:t>
          </a:r>
          <a:endParaRPr lang="en-US" sz="2100" kern="1200"/>
        </a:p>
      </dsp:txBody>
      <dsp:txXfrm>
        <a:off x="1098613" y="4086"/>
        <a:ext cx="4203832" cy="951180"/>
      </dsp:txXfrm>
    </dsp:sp>
    <dsp:sp modelId="{B19FD2BF-B2B4-4C90-B366-F23A9C33B25A}">
      <dsp:nvSpPr>
        <dsp:cNvPr id="0" name=""/>
        <dsp:cNvSpPr/>
      </dsp:nvSpPr>
      <dsp:spPr>
        <a:xfrm>
          <a:off x="0" y="1193062"/>
          <a:ext cx="5303520" cy="9511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54935E-08B6-4AC8-8075-B95B9398EE28}">
      <dsp:nvSpPr>
        <dsp:cNvPr id="0" name=""/>
        <dsp:cNvSpPr/>
      </dsp:nvSpPr>
      <dsp:spPr>
        <a:xfrm>
          <a:off x="287732" y="1407077"/>
          <a:ext cx="523149" cy="5231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273EF-FABE-4D66-A28E-46E4C2D90B5F}">
      <dsp:nvSpPr>
        <dsp:cNvPr id="0" name=""/>
        <dsp:cNvSpPr/>
      </dsp:nvSpPr>
      <dsp:spPr>
        <a:xfrm>
          <a:off x="1098613" y="1193062"/>
          <a:ext cx="2386584" cy="95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667" tIns="100667" rIns="100667" bIns="10066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Exportação de Dados:</a:t>
          </a:r>
          <a:endParaRPr lang="en-US" sz="2100" kern="1200"/>
        </a:p>
      </dsp:txBody>
      <dsp:txXfrm>
        <a:off x="1098613" y="1193062"/>
        <a:ext cx="2386584" cy="951180"/>
      </dsp:txXfrm>
    </dsp:sp>
    <dsp:sp modelId="{018C868A-DDD2-44CC-8C82-BE5B4D298C9F}">
      <dsp:nvSpPr>
        <dsp:cNvPr id="0" name=""/>
        <dsp:cNvSpPr/>
      </dsp:nvSpPr>
      <dsp:spPr>
        <a:xfrm>
          <a:off x="3485197" y="1193062"/>
          <a:ext cx="1817248" cy="95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667" tIns="100667" rIns="100667" bIns="10066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JSON completo com toda a estrutura extraída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CSV dos itens em formato ABNT (separador ;, vírgula decimal)</a:t>
          </a:r>
          <a:endParaRPr lang="en-US" sz="1100" kern="1200"/>
        </a:p>
      </dsp:txBody>
      <dsp:txXfrm>
        <a:off x="3485197" y="1193062"/>
        <a:ext cx="1817248" cy="951180"/>
      </dsp:txXfrm>
    </dsp:sp>
    <dsp:sp modelId="{392EE2C2-FB64-487D-AA12-256757728C35}">
      <dsp:nvSpPr>
        <dsp:cNvPr id="0" name=""/>
        <dsp:cNvSpPr/>
      </dsp:nvSpPr>
      <dsp:spPr>
        <a:xfrm>
          <a:off x="0" y="2382037"/>
          <a:ext cx="5303520" cy="9511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81933-2B3B-42FB-B958-2F16B7349746}">
      <dsp:nvSpPr>
        <dsp:cNvPr id="0" name=""/>
        <dsp:cNvSpPr/>
      </dsp:nvSpPr>
      <dsp:spPr>
        <a:xfrm>
          <a:off x="287732" y="2596053"/>
          <a:ext cx="523149" cy="5231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A362D-A7A7-48AE-94DA-C6D16A36703F}">
      <dsp:nvSpPr>
        <dsp:cNvPr id="0" name=""/>
        <dsp:cNvSpPr/>
      </dsp:nvSpPr>
      <dsp:spPr>
        <a:xfrm>
          <a:off x="1098613" y="2382037"/>
          <a:ext cx="4203832" cy="95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667" tIns="100667" rIns="100667" bIns="10066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Sistema de Cache: Evita reprocessamento do mesmo arquivo</a:t>
          </a:r>
          <a:endParaRPr lang="en-US" sz="2100" kern="1200"/>
        </a:p>
      </dsp:txBody>
      <dsp:txXfrm>
        <a:off x="1098613" y="2382037"/>
        <a:ext cx="4203832" cy="951180"/>
      </dsp:txXfrm>
    </dsp:sp>
    <dsp:sp modelId="{13A8A111-734B-42EE-B811-6DB9D0222AFA}">
      <dsp:nvSpPr>
        <dsp:cNvPr id="0" name=""/>
        <dsp:cNvSpPr/>
      </dsp:nvSpPr>
      <dsp:spPr>
        <a:xfrm>
          <a:off x="0" y="3571012"/>
          <a:ext cx="5303520" cy="95118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438584-5520-405D-B0FA-3AED9859EC63}">
      <dsp:nvSpPr>
        <dsp:cNvPr id="0" name=""/>
        <dsp:cNvSpPr/>
      </dsp:nvSpPr>
      <dsp:spPr>
        <a:xfrm>
          <a:off x="287732" y="3785028"/>
          <a:ext cx="523149" cy="5231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3E7ACB-C9E4-4DF9-856F-BEADB1F189AD}">
      <dsp:nvSpPr>
        <dsp:cNvPr id="0" name=""/>
        <dsp:cNvSpPr/>
      </dsp:nvSpPr>
      <dsp:spPr>
        <a:xfrm>
          <a:off x="1098613" y="3571012"/>
          <a:ext cx="4203832" cy="95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667" tIns="100667" rIns="100667" bIns="10066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Visualização de Debug: Texto OCR bruto e JSON completo</a:t>
          </a:r>
          <a:endParaRPr lang="en-US" sz="2100" kern="1200"/>
        </a:p>
      </dsp:txBody>
      <dsp:txXfrm>
        <a:off x="1098613" y="3571012"/>
        <a:ext cx="4203832" cy="95118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670224-3341-4FF9-8D91-DA7E70E2887C}">
      <dsp:nvSpPr>
        <dsp:cNvPr id="0" name=""/>
        <dsp:cNvSpPr/>
      </dsp:nvSpPr>
      <dsp:spPr>
        <a:xfrm>
          <a:off x="211812" y="585675"/>
          <a:ext cx="2033289" cy="1016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0" kern="1200"/>
            <a:t>Validações Implementadas:</a:t>
          </a:r>
          <a:endParaRPr lang="en-US" sz="1600" kern="1200"/>
        </a:p>
      </dsp:txBody>
      <dsp:txXfrm>
        <a:off x="241588" y="615451"/>
        <a:ext cx="1973737" cy="957092"/>
      </dsp:txXfrm>
    </dsp:sp>
    <dsp:sp modelId="{D40F9103-8B99-4D64-9FD2-A86AB19BEAB3}">
      <dsp:nvSpPr>
        <dsp:cNvPr id="0" name=""/>
        <dsp:cNvSpPr/>
      </dsp:nvSpPr>
      <dsp:spPr>
        <a:xfrm rot="19457599">
          <a:off x="2150959" y="781498"/>
          <a:ext cx="100160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001601" y="202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6719" y="776672"/>
        <a:ext cx="50080" cy="50080"/>
      </dsp:txXfrm>
    </dsp:sp>
    <dsp:sp modelId="{348CF3B7-C5C7-46B0-A674-6BFCCD372E45}">
      <dsp:nvSpPr>
        <dsp:cNvPr id="0" name=""/>
        <dsp:cNvSpPr/>
      </dsp:nvSpPr>
      <dsp:spPr>
        <a:xfrm>
          <a:off x="3058417" y="1105"/>
          <a:ext cx="2033289" cy="1016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Verificação de instalação do Tesseract e chave API do Gemini</a:t>
          </a:r>
          <a:endParaRPr lang="en-US" sz="1600" kern="1200"/>
        </a:p>
      </dsp:txBody>
      <dsp:txXfrm>
        <a:off x="3088193" y="30881"/>
        <a:ext cx="1973737" cy="957092"/>
      </dsp:txXfrm>
    </dsp:sp>
    <dsp:sp modelId="{F71DAC76-BFD5-46C2-86BC-3077AF8656B7}">
      <dsp:nvSpPr>
        <dsp:cNvPr id="0" name=""/>
        <dsp:cNvSpPr/>
      </dsp:nvSpPr>
      <dsp:spPr>
        <a:xfrm rot="2142401">
          <a:off x="2150959" y="1366068"/>
          <a:ext cx="100160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001601" y="202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6719" y="1361243"/>
        <a:ext cx="50080" cy="50080"/>
      </dsp:txXfrm>
    </dsp:sp>
    <dsp:sp modelId="{18663B8F-68EC-4DE5-B7CC-ACA9031481B3}">
      <dsp:nvSpPr>
        <dsp:cNvPr id="0" name=""/>
        <dsp:cNvSpPr/>
      </dsp:nvSpPr>
      <dsp:spPr>
        <a:xfrm>
          <a:off x="3058417" y="1170246"/>
          <a:ext cx="2033289" cy="1016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Tratamento de erros de conversão de tipos</a:t>
          </a:r>
          <a:endParaRPr lang="en-US" sz="1600" kern="1200"/>
        </a:p>
      </dsp:txBody>
      <dsp:txXfrm>
        <a:off x="3088193" y="1200022"/>
        <a:ext cx="1973737" cy="957092"/>
      </dsp:txXfrm>
    </dsp:sp>
    <dsp:sp modelId="{AB817CE8-AB7E-422B-8A85-88C8CC2DF095}">
      <dsp:nvSpPr>
        <dsp:cNvPr id="0" name=""/>
        <dsp:cNvSpPr/>
      </dsp:nvSpPr>
      <dsp:spPr>
        <a:xfrm>
          <a:off x="211812" y="2339388"/>
          <a:ext cx="2033289" cy="1016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0" kern="1200" dirty="0"/>
            <a:t>Mensagens de Erro Específicas:</a:t>
          </a:r>
          <a:endParaRPr lang="en-US" sz="1600" kern="1200" dirty="0"/>
        </a:p>
      </dsp:txBody>
      <dsp:txXfrm>
        <a:off x="241588" y="2369164"/>
        <a:ext cx="1973737" cy="957092"/>
      </dsp:txXfrm>
    </dsp:sp>
    <dsp:sp modelId="{385A0D10-EBB0-4D14-9226-C9E19C76BB36}">
      <dsp:nvSpPr>
        <dsp:cNvPr id="0" name=""/>
        <dsp:cNvSpPr/>
      </dsp:nvSpPr>
      <dsp:spPr>
        <a:xfrm>
          <a:off x="2245102" y="2827495"/>
          <a:ext cx="81331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13315" y="202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31427" y="2827377"/>
        <a:ext cx="40665" cy="40665"/>
      </dsp:txXfrm>
    </dsp:sp>
    <dsp:sp modelId="{45836A52-2958-4D9C-AD4A-BDD36BC2DC34}">
      <dsp:nvSpPr>
        <dsp:cNvPr id="0" name=""/>
        <dsp:cNvSpPr/>
      </dsp:nvSpPr>
      <dsp:spPr>
        <a:xfrm>
          <a:off x="3058417" y="2339388"/>
          <a:ext cx="2033289" cy="1016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ERRO_CONVERSAO, ERRO_PDF, ERRO_IMAGEM, ERRO_TESSERACT</a:t>
          </a:r>
          <a:endParaRPr lang="en-US" sz="1600" kern="1200" dirty="0"/>
        </a:p>
      </dsp:txBody>
      <dsp:txXfrm>
        <a:off x="3088193" y="2369164"/>
        <a:ext cx="1973737" cy="957092"/>
      </dsp:txXfrm>
    </dsp:sp>
    <dsp:sp modelId="{DC271C94-0BED-47E9-A0BF-D4D7001520F0}">
      <dsp:nvSpPr>
        <dsp:cNvPr id="0" name=""/>
        <dsp:cNvSpPr/>
      </dsp:nvSpPr>
      <dsp:spPr>
        <a:xfrm>
          <a:off x="211812" y="3508530"/>
          <a:ext cx="2033289" cy="1016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0" kern="1200" dirty="0" err="1"/>
            <a:t>Fallbacks</a:t>
          </a:r>
          <a:r>
            <a:rPr lang="pt-BR" sz="1600" b="0" i="0" kern="1200" dirty="0"/>
            <a:t>:</a:t>
          </a:r>
          <a:endParaRPr lang="en-US" sz="1600" kern="1200" dirty="0"/>
        </a:p>
      </dsp:txBody>
      <dsp:txXfrm>
        <a:off x="241588" y="3538306"/>
        <a:ext cx="1973737" cy="957092"/>
      </dsp:txXfrm>
    </dsp:sp>
    <dsp:sp modelId="{2BAD2647-37D7-46CF-8D35-0085A2504377}">
      <dsp:nvSpPr>
        <dsp:cNvPr id="0" name=""/>
        <dsp:cNvSpPr/>
      </dsp:nvSpPr>
      <dsp:spPr>
        <a:xfrm>
          <a:off x="2245102" y="3996637"/>
          <a:ext cx="81331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13315" y="202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2631427" y="3996519"/>
        <a:ext cx="40665" cy="40665"/>
      </dsp:txXfrm>
    </dsp:sp>
    <dsp:sp modelId="{658CC3A9-1134-4AAB-A27F-57E0EE982809}">
      <dsp:nvSpPr>
        <dsp:cNvPr id="0" name=""/>
        <dsp:cNvSpPr/>
      </dsp:nvSpPr>
      <dsp:spPr>
        <a:xfrm>
          <a:off x="3058417" y="3508530"/>
          <a:ext cx="2033289" cy="10166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i="0" kern="1200" dirty="0"/>
            <a:t>Se LLM falhar, permite edição manual</a:t>
          </a:r>
          <a:endParaRPr lang="en-US" sz="1600" kern="1200" dirty="0"/>
        </a:p>
      </dsp:txBody>
      <dsp:txXfrm>
        <a:off x="3088193" y="3538306"/>
        <a:ext cx="1973737" cy="95709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CEDB81-CF66-4506-9327-9433412EF0A6}">
      <dsp:nvSpPr>
        <dsp:cNvPr id="0" name=""/>
        <dsp:cNvSpPr/>
      </dsp:nvSpPr>
      <dsp:spPr>
        <a:xfrm>
          <a:off x="0" y="1878"/>
          <a:ext cx="5303520" cy="9521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54114E-9F0D-418F-8C94-CF1F2F5CEB0F}">
      <dsp:nvSpPr>
        <dsp:cNvPr id="0" name=""/>
        <dsp:cNvSpPr/>
      </dsp:nvSpPr>
      <dsp:spPr>
        <a:xfrm>
          <a:off x="288013" y="216103"/>
          <a:ext cx="523660" cy="5236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BDB42-6B0E-4AC4-BB45-210B7DE4EBFB}">
      <dsp:nvSpPr>
        <dsp:cNvPr id="0" name=""/>
        <dsp:cNvSpPr/>
      </dsp:nvSpPr>
      <dsp:spPr>
        <a:xfrm>
          <a:off x="1099687" y="1878"/>
          <a:ext cx="4203832" cy="952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65" tIns="100765" rIns="100765" bIns="10076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0" i="0" kern="1200"/>
            <a:t>Requisitos: Python 3.11+, Tesseract OCR, Chave API Google Gemini</a:t>
          </a:r>
          <a:endParaRPr lang="en-US" sz="1700" kern="1200"/>
        </a:p>
      </dsp:txBody>
      <dsp:txXfrm>
        <a:off x="1099687" y="1878"/>
        <a:ext cx="4203832" cy="952110"/>
      </dsp:txXfrm>
    </dsp:sp>
    <dsp:sp modelId="{21726563-42A6-4FAD-A713-2953A1456CCB}">
      <dsp:nvSpPr>
        <dsp:cNvPr id="0" name=""/>
        <dsp:cNvSpPr/>
      </dsp:nvSpPr>
      <dsp:spPr>
        <a:xfrm>
          <a:off x="0" y="1192016"/>
          <a:ext cx="5303520" cy="9521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BF727-FD78-417E-BCC2-44FA4F8EF83F}">
      <dsp:nvSpPr>
        <dsp:cNvPr id="0" name=""/>
        <dsp:cNvSpPr/>
      </dsp:nvSpPr>
      <dsp:spPr>
        <a:xfrm>
          <a:off x="288013" y="1406240"/>
          <a:ext cx="523660" cy="5236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A19A5-3095-4FDB-8718-DC797849A9DF}">
      <dsp:nvSpPr>
        <dsp:cNvPr id="0" name=""/>
        <dsp:cNvSpPr/>
      </dsp:nvSpPr>
      <dsp:spPr>
        <a:xfrm>
          <a:off x="1099687" y="1192016"/>
          <a:ext cx="2386584" cy="952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65" tIns="100765" rIns="100765" bIns="10076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0" i="0" kern="1200"/>
            <a:t>Instalação (Recomendado com uv):</a:t>
          </a:r>
          <a:endParaRPr lang="en-US" sz="1700" kern="1200"/>
        </a:p>
      </dsp:txBody>
      <dsp:txXfrm>
        <a:off x="1099687" y="1192016"/>
        <a:ext cx="2386584" cy="952110"/>
      </dsp:txXfrm>
    </dsp:sp>
    <dsp:sp modelId="{B7C88AC6-17AA-4DC0-ACCC-1124540495D9}">
      <dsp:nvSpPr>
        <dsp:cNvPr id="0" name=""/>
        <dsp:cNvSpPr/>
      </dsp:nvSpPr>
      <dsp:spPr>
        <a:xfrm>
          <a:off x="3486271" y="1192016"/>
          <a:ext cx="1817248" cy="952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65" tIns="100765" rIns="100765" bIns="100765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 err="1"/>
            <a:t>uv</a:t>
          </a:r>
          <a:r>
            <a:rPr lang="pt-BR" sz="1300" kern="1200" dirty="0"/>
            <a:t> </a:t>
          </a:r>
          <a:r>
            <a:rPr lang="pt-BR" sz="1300" kern="1200" dirty="0" err="1"/>
            <a:t>run</a:t>
          </a:r>
          <a:r>
            <a:rPr lang="pt-BR" sz="1300" kern="1200" dirty="0"/>
            <a:t> main.py</a:t>
          </a:r>
          <a:endParaRPr lang="en-US" sz="1300" kern="1200" dirty="0"/>
        </a:p>
      </dsp:txBody>
      <dsp:txXfrm>
        <a:off x="3486271" y="1192016"/>
        <a:ext cx="1817248" cy="952110"/>
      </dsp:txXfrm>
    </dsp:sp>
    <dsp:sp modelId="{769CF408-ED47-4E94-BE20-81F0DA6DAEC7}">
      <dsp:nvSpPr>
        <dsp:cNvPr id="0" name=""/>
        <dsp:cNvSpPr/>
      </dsp:nvSpPr>
      <dsp:spPr>
        <a:xfrm>
          <a:off x="0" y="2382153"/>
          <a:ext cx="5303520" cy="9521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182A5-56DA-4947-9A50-1352C8517B09}">
      <dsp:nvSpPr>
        <dsp:cNvPr id="0" name=""/>
        <dsp:cNvSpPr/>
      </dsp:nvSpPr>
      <dsp:spPr>
        <a:xfrm>
          <a:off x="288013" y="2596378"/>
          <a:ext cx="523660" cy="5236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4AE8E-B216-4CA2-BD55-7906B1103D49}">
      <dsp:nvSpPr>
        <dsp:cNvPr id="0" name=""/>
        <dsp:cNvSpPr/>
      </dsp:nvSpPr>
      <dsp:spPr>
        <a:xfrm>
          <a:off x="1099687" y="2382153"/>
          <a:ext cx="4203832" cy="952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65" tIns="100765" rIns="100765" bIns="10076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0" i="0" kern="1200"/>
            <a:t>Configuração: Criar arquivo .env com GOOGLE_API_KEY</a:t>
          </a:r>
          <a:endParaRPr lang="en-US" sz="1700" kern="1200"/>
        </a:p>
      </dsp:txBody>
      <dsp:txXfrm>
        <a:off x="1099687" y="2382153"/>
        <a:ext cx="4203832" cy="952110"/>
      </dsp:txXfrm>
    </dsp:sp>
    <dsp:sp modelId="{B5BD7BDF-F31E-4D19-B06B-A9B69F951C5B}">
      <dsp:nvSpPr>
        <dsp:cNvPr id="0" name=""/>
        <dsp:cNvSpPr/>
      </dsp:nvSpPr>
      <dsp:spPr>
        <a:xfrm>
          <a:off x="0" y="3572291"/>
          <a:ext cx="5303520" cy="9521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663834-7E9B-4BAD-9410-4BCC072D9EC1}">
      <dsp:nvSpPr>
        <dsp:cNvPr id="0" name=""/>
        <dsp:cNvSpPr/>
      </dsp:nvSpPr>
      <dsp:spPr>
        <a:xfrm>
          <a:off x="288013" y="3786516"/>
          <a:ext cx="523660" cy="5236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FA031-70E6-4AF2-A2E9-4F30A5CC5256}">
      <dsp:nvSpPr>
        <dsp:cNvPr id="0" name=""/>
        <dsp:cNvSpPr/>
      </dsp:nvSpPr>
      <dsp:spPr>
        <a:xfrm>
          <a:off x="1099687" y="3572291"/>
          <a:ext cx="4203832" cy="952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65" tIns="100765" rIns="100765" bIns="100765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0" i="0" kern="1200"/>
            <a:t>Execução: streamlit run main.py</a:t>
          </a:r>
          <a:endParaRPr lang="en-US" sz="1700" kern="1200"/>
        </a:p>
      </dsp:txBody>
      <dsp:txXfrm>
        <a:off x="1099687" y="3572291"/>
        <a:ext cx="4203832" cy="95211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0BB41-7BAE-438C-B4E5-C77A7C942231}">
      <dsp:nvSpPr>
        <dsp:cNvPr id="0" name=""/>
        <dsp:cNvSpPr/>
      </dsp:nvSpPr>
      <dsp:spPr>
        <a:xfrm>
          <a:off x="0" y="0"/>
          <a:ext cx="6246494" cy="16074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49D20D-D811-4C0C-8F50-C8AE9ABAA764}">
      <dsp:nvSpPr>
        <dsp:cNvPr id="0" name=""/>
        <dsp:cNvSpPr/>
      </dsp:nvSpPr>
      <dsp:spPr>
        <a:xfrm>
          <a:off x="486254" y="365114"/>
          <a:ext cx="884098" cy="884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31B93-EB19-44A8-BFF0-C18A26E838C0}">
      <dsp:nvSpPr>
        <dsp:cNvPr id="0" name=""/>
        <dsp:cNvSpPr/>
      </dsp:nvSpPr>
      <dsp:spPr>
        <a:xfrm>
          <a:off x="1856607" y="3437"/>
          <a:ext cx="2810922" cy="1607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122" tIns="170122" rIns="170122" bIns="170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0" i="0" kern="1200"/>
            <a:t>Conquistas do Projeto:</a:t>
          </a:r>
          <a:endParaRPr lang="en-US" sz="2200" kern="1200"/>
        </a:p>
      </dsp:txBody>
      <dsp:txXfrm>
        <a:off x="1856607" y="3437"/>
        <a:ext cx="2810922" cy="1607452"/>
      </dsp:txXfrm>
    </dsp:sp>
    <dsp:sp modelId="{B1A4DCE6-7EB0-4CE8-9852-688878915ABD}">
      <dsp:nvSpPr>
        <dsp:cNvPr id="0" name=""/>
        <dsp:cNvSpPr/>
      </dsp:nvSpPr>
      <dsp:spPr>
        <a:xfrm>
          <a:off x="4667529" y="3437"/>
          <a:ext cx="1577149" cy="1607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122" tIns="170122" rIns="170122" bIns="17012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Automação completa do processo de extração fiscal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Precisão elevada com validação multicamadas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Interface intuitiva com visualizações analíticas</a:t>
          </a:r>
          <a:endParaRPr lang="en-US" sz="1100" kern="1200"/>
        </a:p>
      </dsp:txBody>
      <dsp:txXfrm>
        <a:off x="4667529" y="3437"/>
        <a:ext cx="1577149" cy="1607452"/>
      </dsp:txXfrm>
    </dsp:sp>
    <dsp:sp modelId="{58B18468-9840-4EEE-9516-6FD5AE28C6D2}">
      <dsp:nvSpPr>
        <dsp:cNvPr id="0" name=""/>
        <dsp:cNvSpPr/>
      </dsp:nvSpPr>
      <dsp:spPr>
        <a:xfrm>
          <a:off x="0" y="2012752"/>
          <a:ext cx="6246494" cy="16074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6F081-D893-4B3B-AE6F-9B6159348F5A}">
      <dsp:nvSpPr>
        <dsp:cNvPr id="0" name=""/>
        <dsp:cNvSpPr/>
      </dsp:nvSpPr>
      <dsp:spPr>
        <a:xfrm>
          <a:off x="486254" y="2374429"/>
          <a:ext cx="884098" cy="884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254C4-A68F-4150-AE3C-59471A517DC7}">
      <dsp:nvSpPr>
        <dsp:cNvPr id="0" name=""/>
        <dsp:cNvSpPr/>
      </dsp:nvSpPr>
      <dsp:spPr>
        <a:xfrm>
          <a:off x="1856607" y="2012752"/>
          <a:ext cx="2810922" cy="1607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122" tIns="170122" rIns="170122" bIns="170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0" i="0" kern="1200" dirty="0"/>
            <a:t>Possíveis Melhorias: Suporte a mais modelos (CT-e, MDF-e)</a:t>
          </a:r>
          <a:endParaRPr lang="en-US" sz="2200" kern="1200" dirty="0"/>
        </a:p>
      </dsp:txBody>
      <dsp:txXfrm>
        <a:off x="1856607" y="2012752"/>
        <a:ext cx="2810922" cy="1607452"/>
      </dsp:txXfrm>
    </dsp:sp>
    <dsp:sp modelId="{007E1603-12F5-43A4-80A3-B22EDBB04301}">
      <dsp:nvSpPr>
        <dsp:cNvPr id="0" name=""/>
        <dsp:cNvSpPr/>
      </dsp:nvSpPr>
      <dsp:spPr>
        <a:xfrm>
          <a:off x="4667529" y="2012752"/>
          <a:ext cx="1577149" cy="1607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122" tIns="170122" rIns="170122" bIns="17012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Integração com sistemas ERP e processamento em lote</a:t>
          </a:r>
          <a:endParaRPr lang="en-US" sz="1100" kern="1200"/>
        </a:p>
      </dsp:txBody>
      <dsp:txXfrm>
        <a:off x="4667529" y="2012752"/>
        <a:ext cx="1577149" cy="1607452"/>
      </dsp:txXfrm>
    </dsp:sp>
    <dsp:sp modelId="{8D499020-79BD-4763-B89D-6689E294BC33}">
      <dsp:nvSpPr>
        <dsp:cNvPr id="0" name=""/>
        <dsp:cNvSpPr/>
      </dsp:nvSpPr>
      <dsp:spPr>
        <a:xfrm>
          <a:off x="0" y="4022068"/>
          <a:ext cx="6246494" cy="160745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E62271-3524-4DFA-9EEA-E24AD692E670}">
      <dsp:nvSpPr>
        <dsp:cNvPr id="0" name=""/>
        <dsp:cNvSpPr/>
      </dsp:nvSpPr>
      <dsp:spPr>
        <a:xfrm>
          <a:off x="486254" y="4383745"/>
          <a:ext cx="884098" cy="884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BFFB96-7625-4B22-8582-31FE0FEFA6B7}">
      <dsp:nvSpPr>
        <dsp:cNvPr id="0" name=""/>
        <dsp:cNvSpPr/>
      </dsp:nvSpPr>
      <dsp:spPr>
        <a:xfrm>
          <a:off x="1856607" y="4022068"/>
          <a:ext cx="4388071" cy="1607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122" tIns="170122" rIns="170122" bIns="1701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0" i="0" kern="1200"/>
            <a:t>Impacto: Redução significativa de tempo e erros no processamento</a:t>
          </a:r>
          <a:endParaRPr lang="en-US" sz="2200" kern="1200"/>
        </a:p>
      </dsp:txBody>
      <dsp:txXfrm>
        <a:off x="1856607" y="4022068"/>
        <a:ext cx="4388071" cy="1607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158242"/>
            <a:ext cx="556387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40118" y="492887"/>
            <a:ext cx="5138420" cy="636511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130"/>
            <a:ext cx="11353800" cy="1090930"/>
          </a:xfrm>
          <a:custGeom>
            <a:avLst/>
            <a:gdLst/>
            <a:ahLst/>
            <a:cxnLst/>
            <a:rect l="l" t="t" r="r" b="b"/>
            <a:pathLst>
              <a:path w="11353800" h="1090930">
                <a:moveTo>
                  <a:pt x="0" y="1090815"/>
                </a:moveTo>
                <a:lnTo>
                  <a:pt x="11353800" y="1090815"/>
                </a:lnTo>
                <a:lnTo>
                  <a:pt x="11353800" y="0"/>
                </a:lnTo>
                <a:lnTo>
                  <a:pt x="0" y="0"/>
                </a:lnTo>
                <a:lnTo>
                  <a:pt x="0" y="1090815"/>
                </a:lnTo>
                <a:close/>
              </a:path>
            </a:pathLst>
          </a:custGeom>
          <a:solidFill>
            <a:srgbClr val="25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353800" y="1130"/>
            <a:ext cx="838200" cy="1090930"/>
          </a:xfrm>
          <a:custGeom>
            <a:avLst/>
            <a:gdLst/>
            <a:ahLst/>
            <a:cxnLst/>
            <a:rect l="l" t="t" r="r" b="b"/>
            <a:pathLst>
              <a:path w="838200" h="1090930">
                <a:moveTo>
                  <a:pt x="838200" y="0"/>
                </a:moveTo>
                <a:lnTo>
                  <a:pt x="0" y="0"/>
                </a:lnTo>
                <a:lnTo>
                  <a:pt x="0" y="1090815"/>
                </a:lnTo>
                <a:lnTo>
                  <a:pt x="838200" y="1090815"/>
                </a:lnTo>
                <a:lnTo>
                  <a:pt x="838200" y="0"/>
                </a:lnTo>
                <a:close/>
              </a:path>
            </a:pathLst>
          </a:custGeom>
          <a:solidFill>
            <a:srgbClr val="9F04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99836" y="1973752"/>
            <a:ext cx="6392545" cy="3923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hyperlink" Target="https://homouniversalis.tistory.com/4" TargetMode="External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3.xml"/><Relationship Id="rId11" Type="http://schemas.openxmlformats.org/officeDocument/2006/relationships/image" Target="../media/image7.jpeg"/><Relationship Id="rId5" Type="http://schemas.openxmlformats.org/officeDocument/2006/relationships/diagramLayout" Target="../diagrams/layout3.xml"/><Relationship Id="rId10" Type="http://schemas.openxmlformats.org/officeDocument/2006/relationships/image" Target="../media/image6.png"/><Relationship Id="rId4" Type="http://schemas.openxmlformats.org/officeDocument/2006/relationships/diagramData" Target="../diagrams/data3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100" noProof="0" dirty="0"/>
              <a:t>Extrator de Documentos Fiscais com IA</a:t>
            </a:r>
          </a:p>
        </p:txBody>
      </p:sp>
      <p:pic>
        <p:nvPicPr>
          <p:cNvPr id="5" name="Picture 4" descr="A logo with a city in the background&#10;&#10;AI-generated content may be incorrect.">
            <a:extLst>
              <a:ext uri="{FF2B5EF4-FFF2-40B4-BE49-F238E27FC236}">
                <a16:creationId xmlns:a16="http://schemas.microsoft.com/office/drawing/2014/main" id="{CE2DA4B4-12A0-91DA-7375-8064FCCF7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5" r="2" b="8229"/>
          <a:stretch>
            <a:fillRect/>
          </a:stretch>
        </p:blipFill>
        <p:spPr>
          <a:xfrm>
            <a:off x="609600" y="1577340"/>
            <a:ext cx="5303520" cy="4366260"/>
          </a:xfrm>
          <a:prstGeom prst="rect">
            <a:avLst/>
          </a:prstGeom>
          <a:noFill/>
        </p:spPr>
      </p:pic>
      <p:sp>
        <p:nvSpPr>
          <p:cNvPr id="3" name="Subtitle 2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pt-BR" noProof="0" dirty="0"/>
              <a:t>Projeto </a:t>
            </a:r>
            <a:r>
              <a:rPr lang="pt-BR" noProof="0" dirty="0" err="1"/>
              <a:t>IAgentes</a:t>
            </a:r>
            <a:r>
              <a:rPr lang="pt-BR" noProof="0" dirty="0"/>
              <a:t> - Agentes Inteligentes</a:t>
            </a:r>
          </a:p>
          <a:p>
            <a:pPr>
              <a:spcAft>
                <a:spcPts val="600"/>
              </a:spcAft>
            </a:pPr>
            <a:r>
              <a:rPr lang="pt-BR" noProof="0" dirty="0"/>
              <a:t>Automatização Inteligente de Extração de Dados Fiscais</a:t>
            </a:r>
          </a:p>
          <a:p>
            <a:pPr>
              <a:spcAft>
                <a:spcPts val="600"/>
              </a:spcAft>
            </a:pPr>
            <a:r>
              <a:rPr lang="pt-BR" noProof="0" dirty="0"/>
              <a:t>Grupo </a:t>
            </a:r>
            <a:r>
              <a:rPr lang="pt-BR" noProof="0" dirty="0" err="1"/>
              <a:t>IAgentes</a:t>
            </a:r>
            <a:r>
              <a:rPr lang="pt-BR" noProof="0" dirty="0"/>
              <a:t> | 2025</a:t>
            </a:r>
          </a:p>
          <a:p>
            <a:pPr>
              <a:spcAft>
                <a:spcPts val="600"/>
              </a:spcAft>
            </a:pPr>
            <a:endParaRPr lang="pt-BR" noProof="0" dirty="0"/>
          </a:p>
          <a:p>
            <a:pPr>
              <a:spcAft>
                <a:spcPts val="600"/>
              </a:spcAft>
            </a:pPr>
            <a:endParaRPr lang="pt-BR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100" noProof="0" dirty="0"/>
              <a:t>O Desafio da Gestão Documental Fiscal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89EED94E-638F-CB40-C6DE-0391614A04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9089535"/>
              </p:ext>
            </p:extLst>
          </p:nvPr>
        </p:nvGraphicFramePr>
        <p:xfrm>
          <a:off x="609600" y="1577340"/>
          <a:ext cx="530352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CPF estranho sai em nota fiscal e acende alerta para possível trapaça em  sorteio - Direto das Ruas - Campo Grande News">
            <a:extLst>
              <a:ext uri="{FF2B5EF4-FFF2-40B4-BE49-F238E27FC236}">
                <a16:creationId xmlns:a16="http://schemas.microsoft.com/office/drawing/2014/main" id="{B84B74A6-FD34-20FB-1B4A-37BAC5950DEC}"/>
              </a:ext>
            </a:extLst>
          </p:cNvPr>
          <p:cNvPicPr>
            <a:picLocks noGrp="1" noChangeAspect="1" noChangeArrowheads="1"/>
          </p:cNvPicPr>
          <p:nvPr>
            <p:ph sz="half" idx="3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97" r="28416"/>
          <a:stretch>
            <a:fillRect/>
          </a:stretch>
        </p:blipFill>
        <p:spPr bwMode="auto">
          <a:xfrm>
            <a:off x="7391400" y="1905000"/>
            <a:ext cx="2667000" cy="3787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100" noProof="0" dirty="0"/>
              <a:t>Sistema Inteligente de Extração Fiscal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AA349955-F24B-39E2-14ED-CA18DF63FE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5273160"/>
              </p:ext>
            </p:extLst>
          </p:nvPr>
        </p:nvGraphicFramePr>
        <p:xfrm>
          <a:off x="2590800" y="1447800"/>
          <a:ext cx="6705600" cy="465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r>
              <a:rPr lang="pt-BR" noProof="0" dirty="0"/>
              <a:t>Stack Tecnológico</a:t>
            </a:r>
          </a:p>
        </p:txBody>
      </p:sp>
      <p:pic>
        <p:nvPicPr>
          <p:cNvPr id="6" name="Content Placeholder 5" descr="A red paper boat with black text">
            <a:extLst>
              <a:ext uri="{FF2B5EF4-FFF2-40B4-BE49-F238E27FC236}">
                <a16:creationId xmlns:a16="http://schemas.microsoft.com/office/drawing/2014/main" id="{F5BA70FB-A170-30C2-FFAC-B2FC675382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1000" y="1066800"/>
            <a:ext cx="2895600" cy="1692116"/>
          </a:xfrm>
        </p:spPr>
      </p:pic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4160706-1902-9C91-B113-E9F4CA4DC4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8026386"/>
              </p:ext>
            </p:extLst>
          </p:nvPr>
        </p:nvGraphicFramePr>
        <p:xfrm>
          <a:off x="6278880" y="1577340"/>
          <a:ext cx="530352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E6436FF-55D9-740F-E2FB-B23561699B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6725" y="2441129"/>
            <a:ext cx="2343413" cy="893574"/>
          </a:xfrm>
          <a:prstGeom prst="rect">
            <a:avLst/>
          </a:prstGeom>
        </p:spPr>
      </p:pic>
      <p:pic>
        <p:nvPicPr>
          <p:cNvPr id="2058" name="Picture 10" descr="GitHub - opencv/opencv: Open Source Computer Vision Library">
            <a:extLst>
              <a:ext uri="{FF2B5EF4-FFF2-40B4-BE49-F238E27FC236}">
                <a16:creationId xmlns:a16="http://schemas.microsoft.com/office/drawing/2014/main" id="{05F69226-1925-0E56-D5FD-DCAB73AA5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3334703"/>
            <a:ext cx="1528763" cy="152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ontra ChatGPT, Google anuncia a inteligência artificial Gemini - SBT News">
            <a:extLst>
              <a:ext uri="{FF2B5EF4-FFF2-40B4-BE49-F238E27FC236}">
                <a16:creationId xmlns:a16="http://schemas.microsoft.com/office/drawing/2014/main" id="{03394DDD-7B11-2C1A-429F-8AE2CFEAC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0989" y="4134488"/>
            <a:ext cx="18288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100" noProof="0" dirty="0"/>
              <a:t>Pipeline para Documentos XML (NF-e)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E9C7D0D-0088-9F47-F2A8-00C7E6D42B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1536927"/>
              </p:ext>
            </p:extLst>
          </p:nvPr>
        </p:nvGraphicFramePr>
        <p:xfrm>
          <a:off x="3764280" y="1569720"/>
          <a:ext cx="530352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r>
              <a:rPr lang="pt-BR" noProof="0" dirty="0"/>
              <a:t>Pipeline para PDF/Imagens</a:t>
            </a: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0E11F59C-2292-95E1-1249-4ECB74A398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3749835"/>
              </p:ext>
            </p:extLst>
          </p:nvPr>
        </p:nvGraphicFramePr>
        <p:xfrm>
          <a:off x="3276600" y="1524000"/>
          <a:ext cx="530352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100" noProof="0" dirty="0"/>
              <a:t>Instruções Especializadas para o LLM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E291E7A1-6546-FA2A-670F-0C21DF59AE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9516812"/>
              </p:ext>
            </p:extLst>
          </p:nvPr>
        </p:nvGraphicFramePr>
        <p:xfrm>
          <a:off x="2362200" y="1577340"/>
          <a:ext cx="530352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800" noProof="0" dirty="0" err="1"/>
              <a:t>Schema</a:t>
            </a:r>
            <a:r>
              <a:rPr lang="pt-BR" sz="2800" noProof="0" dirty="0"/>
              <a:t> </a:t>
            </a:r>
            <a:r>
              <a:rPr lang="pt-BR" sz="2800" noProof="0" dirty="0" err="1"/>
              <a:t>Pydantic</a:t>
            </a:r>
            <a:r>
              <a:rPr lang="pt-BR" sz="2800" noProof="0" dirty="0"/>
              <a:t> - </a:t>
            </a:r>
            <a:r>
              <a:rPr lang="pt-BR" sz="2800" noProof="0" dirty="0" err="1"/>
              <a:t>DocumentoProcessado</a:t>
            </a:r>
            <a:endParaRPr lang="pt-BR" sz="2800" noProof="0" dirty="0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1688499-B407-5298-3269-EEC024D614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5471755"/>
              </p:ext>
            </p:extLst>
          </p:nvPr>
        </p:nvGraphicFramePr>
        <p:xfrm>
          <a:off x="3154680" y="1577340"/>
          <a:ext cx="5303520" cy="4213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r>
              <a:rPr lang="pt-BR" noProof="0" dirty="0"/>
              <a:t>Auditoria Pós-Extração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A09CF29-8F5B-BC58-5440-4E4FFC8DC0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87194"/>
              </p:ext>
            </p:extLst>
          </p:nvPr>
        </p:nvGraphicFramePr>
        <p:xfrm>
          <a:off x="3581400" y="1577340"/>
          <a:ext cx="530352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r>
              <a:rPr lang="pt-BR" noProof="0" dirty="0"/>
              <a:t>Painel de Análise Interativo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FB83F17-AC6A-3793-58FF-5BAE7E6470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4075326"/>
              </p:ext>
            </p:extLst>
          </p:nvPr>
        </p:nvGraphicFramePr>
        <p:xfrm>
          <a:off x="3459480" y="1577340"/>
          <a:ext cx="530352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r>
              <a:rPr lang="pt-BR" sz="4100" noProof="0"/>
              <a:t>Três Tipos de Análise Gráfica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B9F5692-027C-95C6-6221-4D200CF526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8327270"/>
              </p:ext>
            </p:extLst>
          </p:nvPr>
        </p:nvGraphicFramePr>
        <p:xfrm>
          <a:off x="3200400" y="1600200"/>
          <a:ext cx="530352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r>
              <a:rPr lang="pt-BR" noProof="0" dirty="0"/>
              <a:t>Recursos Diferenciais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A049809-AE37-5A6D-4908-93E3FFDE07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9988564"/>
              </p:ext>
            </p:extLst>
          </p:nvPr>
        </p:nvGraphicFramePr>
        <p:xfrm>
          <a:off x="3200400" y="1577340"/>
          <a:ext cx="530352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r>
              <a:rPr lang="pt-BR" noProof="0" dirty="0"/>
              <a:t>Robustez e Confiabilidade</a:t>
            </a: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A7E6D99B-B32A-2D11-4A6D-E6BB25768D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1217923"/>
              </p:ext>
            </p:extLst>
          </p:nvPr>
        </p:nvGraphicFramePr>
        <p:xfrm>
          <a:off x="609600" y="1577340"/>
          <a:ext cx="530352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39" y="158242"/>
            <a:ext cx="7996555" cy="696594"/>
          </a:xfrm>
        </p:spPr>
        <p:txBody>
          <a:bodyPr wrap="square">
            <a:normAutofit/>
          </a:bodyPr>
          <a:lstStyle/>
          <a:p>
            <a:r>
              <a:rPr lang="pt-BR" noProof="0" dirty="0"/>
              <a:t>Como Usar o Sistema</a:t>
            </a: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95844D58-2456-2462-5442-19086AB64E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9727147"/>
              </p:ext>
            </p:extLst>
          </p:nvPr>
        </p:nvGraphicFramePr>
        <p:xfrm>
          <a:off x="3124200" y="1577340"/>
          <a:ext cx="5303520" cy="452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0174"/>
            <a:ext cx="7996555" cy="696594"/>
          </a:xfrm>
        </p:spPr>
        <p:txBody>
          <a:bodyPr wrap="square">
            <a:normAutofit/>
          </a:bodyPr>
          <a:lstStyle/>
          <a:p>
            <a:r>
              <a:rPr lang="pt-BR" noProof="0" dirty="0"/>
              <a:t>Resultados e Evolução</a:t>
            </a:r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ECAF0C9F-0644-C294-ECE5-4EBC406652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3396242"/>
              </p:ext>
            </p:extLst>
          </p:nvPr>
        </p:nvGraphicFramePr>
        <p:xfrm>
          <a:off x="2667000" y="1137158"/>
          <a:ext cx="6246494" cy="5632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FE7DF2B284E445A2DB64851ECC1934" ma:contentTypeVersion="11" ma:contentTypeDescription="Create a new document." ma:contentTypeScope="" ma:versionID="2b7e60b64bfd1f2a77e49366795850a4">
  <xsd:schema xmlns:xsd="http://www.w3.org/2001/XMLSchema" xmlns:xs="http://www.w3.org/2001/XMLSchema" xmlns:p="http://schemas.microsoft.com/office/2006/metadata/properties" xmlns:ns3="00e30389-fc0a-4c7b-9a98-5fe634064654" xmlns:ns4="61636e22-f92c-473f-9c72-27bb5e8eef5e" targetNamespace="http://schemas.microsoft.com/office/2006/metadata/properties" ma:root="true" ma:fieldsID="0630cf36cccbe2a499d7e27c1c8f64c0" ns3:_="" ns4:_="">
    <xsd:import namespace="00e30389-fc0a-4c7b-9a98-5fe634064654"/>
    <xsd:import namespace="61636e22-f92c-473f-9c72-27bb5e8eef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e30389-fc0a-4c7b-9a98-5fe6340646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636e22-f92c-473f-9c72-27bb5e8eef5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0e30389-fc0a-4c7b-9a98-5fe634064654" xsi:nil="true"/>
  </documentManagement>
</p:properties>
</file>

<file path=customXml/itemProps1.xml><?xml version="1.0" encoding="utf-8"?>
<ds:datastoreItem xmlns:ds="http://schemas.openxmlformats.org/officeDocument/2006/customXml" ds:itemID="{60885B74-E350-4677-A704-D4723C1F1E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C01ECE-23AD-405C-B599-0A27CA9AFB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e30389-fc0a-4c7b-9a98-5fe634064654"/>
    <ds:schemaRef ds:uri="61636e22-f92c-473f-9c72-27bb5e8eef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0055CF1-C4E6-4AAF-A8AD-0320A1EA6410}">
  <ds:schemaRefs>
    <ds:schemaRef ds:uri="00e30389-fc0a-4c7b-9a98-5fe634064654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61636e22-f92c-473f-9c72-27bb5e8eef5e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807</Words>
  <Application>Microsoft Office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Calibri</vt:lpstr>
      <vt:lpstr>Verdana</vt:lpstr>
      <vt:lpstr>Office Theme</vt:lpstr>
      <vt:lpstr>Extrator de Documentos Fiscais com IA</vt:lpstr>
      <vt:lpstr>O Desafio da Gestão Documental Fiscal</vt:lpstr>
      <vt:lpstr>Sistema Inteligente de Extração Fiscal</vt:lpstr>
      <vt:lpstr>Stack Tecnológico</vt:lpstr>
      <vt:lpstr>Pipeline para Documentos XML (NF-e)</vt:lpstr>
      <vt:lpstr>Pipeline para PDF/Imagens</vt:lpstr>
      <vt:lpstr>Instruções Especializadas para o LLM</vt:lpstr>
      <vt:lpstr>Schema Pydantic - DocumentoProcessado</vt:lpstr>
      <vt:lpstr>Auditoria Pós-Extração</vt:lpstr>
      <vt:lpstr>Painel de Análise Interativo</vt:lpstr>
      <vt:lpstr>Três Tipos de Análise Gráfica</vt:lpstr>
      <vt:lpstr>Recursos Diferenciais</vt:lpstr>
      <vt:lpstr>Robustez e Confiabilidade</vt:lpstr>
      <vt:lpstr>Como Usar o Sistema</vt:lpstr>
      <vt:lpstr>Resultados e Evolução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Celso Augusto Morato de Azevedo</dc:creator>
  <cp:lastModifiedBy>HENRIQUE SERAFIN HELCIAS</cp:lastModifiedBy>
  <cp:revision>2</cp:revision>
  <dcterms:created xsi:type="dcterms:W3CDTF">2025-11-02T17:43:59Z</dcterms:created>
  <dcterms:modified xsi:type="dcterms:W3CDTF">2025-11-02T19:24:07Z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2025-11-02T00:00:00Z</vt:filetime>
  </property>
  <property fmtid="{D5CDD505-2E9C-101B-9397-08002B2CF9AE}" pid="5" name="Producer">
    <vt:lpwstr>Microsoft® PowerPoint® 2019</vt:lpwstr>
  </property>
  <property fmtid="{D5CDD505-2E9C-101B-9397-08002B2CF9AE}" pid="6" name="ContentTypeId">
    <vt:lpwstr>0x01010030FE7DF2B284E445A2DB64851ECC1934</vt:lpwstr>
  </property>
</Properties>
</file>